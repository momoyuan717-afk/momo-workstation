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3.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4.xml" ContentType="application/vnd.openxmlformats-officedocument.presentationml.notesSlide+xml"/>
  <Override PartName="/ppt/charts/chart3.xml" ContentType="application/vnd.openxmlformats-officedocument.drawingml.chart+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5.xml" ContentType="application/vnd.openxmlformats-officedocument.presentationml.notesSlide+xml"/>
  <Override PartName="/ppt/charts/chart4.xml" ContentType="application/vnd.openxmlformats-officedocument.drawingml.chart+xml"/>
  <Override PartName="/ppt/charts/chartEx1.xml" ContentType="application/vnd.ms-office.chartex+xml"/>
  <Override PartName="/ppt/charts/style1.xml" ContentType="application/vnd.ms-office.chartstyle+xml"/>
  <Override PartName="/ppt/charts/colors1.xml" ContentType="application/vnd.ms-office.chartcolorstyl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147473061" r:id="rId2"/>
    <p:sldId id="2147473074" r:id="rId3"/>
    <p:sldId id="2147473070" r:id="rId4"/>
    <p:sldId id="2147473068" r:id="rId5"/>
    <p:sldId id="2147473066" r:id="rId6"/>
    <p:sldId id="2147473072" r:id="rId7"/>
  </p:sldIdLst>
  <p:sldSz cx="20104100" cy="11309350"/>
  <p:notesSz cx="20104100" cy="11309350"/>
  <p:custDataLst>
    <p:tags r:id="rId9"/>
  </p:custDataLst>
  <p:defaultTextStyle>
    <a:defPPr>
      <a:defRPr kern="0"/>
    </a:defPPr>
  </p:defaultTextStyle>
  <p:extLst>
    <p:ext uri="{521415D9-36F7-43E2-AB2F-B90AF26B5E84}">
      <p14:sectionLst xmlns:p14="http://schemas.microsoft.com/office/powerpoint/2010/main">
        <p14:section name="默认节" id="{DC3A75A9-E4FB-ED4C-B01C-F046B814A4E3}">
          <p14:sldIdLst>
            <p14:sldId id="2147473061"/>
            <p14:sldId id="2147473074"/>
            <p14:sldId id="2147473070"/>
            <p14:sldId id="2147473068"/>
            <p14:sldId id="2147473066"/>
            <p14:sldId id="2147473072"/>
          </p14:sldIdLst>
        </p14:section>
      </p14:sectionLst>
    </p:ext>
    <p:ext uri="{EFAFB233-063F-42B5-8137-9DF3F51BA10A}">
      <p15:sldGuideLst xmlns:p15="http://schemas.microsoft.com/office/powerpoint/2012/main">
        <p15:guide id="1" orient="horz" pos="2849" userDrawn="1">
          <p15:clr>
            <a:srgbClr val="A4A3A4"/>
          </p15:clr>
        </p15:guide>
        <p15:guide id="2" pos="21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B851"/>
    <a:srgbClr val="2CDB77"/>
    <a:srgbClr val="35FEB5"/>
    <a:srgbClr val="BEFEDA"/>
    <a:srgbClr val="60FF6F"/>
    <a:srgbClr val="4DFF5F"/>
    <a:srgbClr val="20DA70"/>
    <a:srgbClr val="FEB2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54"/>
    <p:restoredTop sz="96056" autoAdjust="0"/>
  </p:normalViewPr>
  <p:slideViewPr>
    <p:cSldViewPr showGuides="1">
      <p:cViewPr>
        <p:scale>
          <a:sx n="78" d="100"/>
          <a:sy n="78" d="100"/>
        </p:scale>
        <p:origin x="240" y="96"/>
      </p:cViewPr>
      <p:guideLst>
        <p:guide orient="horz" pos="2849"/>
        <p:guide pos="2126"/>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b"/></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2.xml"/><Relationship Id="rId1" Type="http://schemas.microsoft.com/office/2011/relationships/chartStyle" Target="style2.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47368421052631E-2"/>
          <c:y val="2.4287716020551145E-2"/>
          <c:w val="0.9781052631578947"/>
          <c:h val="0.95142456795889774"/>
        </c:manualLayout>
      </c:layout>
      <c:barChart>
        <c:barDir val="bar"/>
        <c:grouping val="stacked"/>
        <c:varyColors val="0"/>
        <c:ser>
          <c:idx val="0"/>
          <c:order val="0"/>
          <c:spPr>
            <a:solidFill>
              <a:srgbClr val="00936F"/>
            </a:solidFill>
            <a:ln>
              <a:noFill/>
            </a:ln>
          </c:spPr>
          <c:invertIfNegative val="0"/>
          <c:val>
            <c:numRef>
              <c:f>Sheet1!$A$1:$E$1</c:f>
              <c:numCache>
                <c:formatCode>General</c:formatCode>
                <c:ptCount val="5"/>
                <c:pt idx="0">
                  <c:v>35.468524670937043</c:v>
                </c:pt>
                <c:pt idx="1">
                  <c:v>32.729658798188979</c:v>
                </c:pt>
                <c:pt idx="2">
                  <c:v>24.470134873410405</c:v>
                </c:pt>
                <c:pt idx="3">
                  <c:v>23.407022170221065</c:v>
                </c:pt>
                <c:pt idx="4">
                  <c:v>26.819126880457379</c:v>
                </c:pt>
              </c:numCache>
            </c:numRef>
          </c:val>
          <c:extLst>
            <c:ext xmlns:c16="http://schemas.microsoft.com/office/drawing/2014/chart" uri="{C3380CC4-5D6E-409C-BE32-E72D297353CC}">
              <c16:uniqueId val="{00000000-D94E-5F48-8C66-7FEF14175CCC}"/>
            </c:ext>
          </c:extLst>
        </c:ser>
        <c:ser>
          <c:idx val="1"/>
          <c:order val="1"/>
          <c:spPr>
            <a:solidFill>
              <a:srgbClr val="BEFED9"/>
            </a:solidFill>
            <a:ln>
              <a:noFill/>
            </a:ln>
          </c:spPr>
          <c:invertIfNegative val="0"/>
          <c:val>
            <c:numRef>
              <c:f>Sheet1!$A$2:$E$2</c:f>
              <c:numCache>
                <c:formatCode>General</c:formatCode>
                <c:ptCount val="5"/>
                <c:pt idx="0">
                  <c:v>13.747276027494554</c:v>
                </c:pt>
                <c:pt idx="1">
                  <c:v>16.719160150157482</c:v>
                </c:pt>
                <c:pt idx="2">
                  <c:v>9.3246121279738379</c:v>
                </c:pt>
                <c:pt idx="3">
                  <c:v>6.3719115191157361</c:v>
                </c:pt>
                <c:pt idx="4">
                  <c:v>7.7962577233887718</c:v>
                </c:pt>
              </c:numCache>
            </c:numRef>
          </c:val>
          <c:extLst>
            <c:ext xmlns:c16="http://schemas.microsoft.com/office/drawing/2014/chart" uri="{C3380CC4-5D6E-409C-BE32-E72D297353CC}">
              <c16:uniqueId val="{00000001-D94E-5F48-8C66-7FEF14175CCC}"/>
            </c:ext>
          </c:extLst>
        </c:ser>
        <c:ser>
          <c:idx val="2"/>
          <c:order val="2"/>
          <c:spPr>
            <a:solidFill>
              <a:srgbClr val="7FE7AB"/>
            </a:solidFill>
            <a:ln>
              <a:noFill/>
            </a:ln>
          </c:spPr>
          <c:invertIfNegative val="0"/>
          <c:val>
            <c:numRef>
              <c:f>Sheet1!$A$3:$E$3</c:f>
              <c:numCache>
                <c:formatCode>General</c:formatCode>
                <c:ptCount val="5"/>
                <c:pt idx="0">
                  <c:v>17.218624334437248</c:v>
                </c:pt>
                <c:pt idx="1">
                  <c:v>22.703412068110239</c:v>
                </c:pt>
                <c:pt idx="2">
                  <c:v>14.526924243580769</c:v>
                </c:pt>
                <c:pt idx="3">
                  <c:v>8.7776332263328989</c:v>
                </c:pt>
                <c:pt idx="4">
                  <c:v>12.058212036174638</c:v>
                </c:pt>
              </c:numCache>
            </c:numRef>
          </c:val>
          <c:extLst>
            <c:ext xmlns:c16="http://schemas.microsoft.com/office/drawing/2014/chart" uri="{C3380CC4-5D6E-409C-BE32-E72D297353CC}">
              <c16:uniqueId val="{00000002-D94E-5F48-8C66-7FEF14175CCC}"/>
            </c:ext>
          </c:extLst>
        </c:ser>
        <c:ser>
          <c:idx val="3"/>
          <c:order val="3"/>
          <c:spPr>
            <a:solidFill>
              <a:srgbClr val="8DE0C8"/>
            </a:solidFill>
            <a:ln>
              <a:noFill/>
            </a:ln>
          </c:spPr>
          <c:invertIfNegative val="0"/>
          <c:val>
            <c:numRef>
              <c:f>Sheet1!$A$4:$E$4</c:f>
              <c:numCache>
                <c:formatCode>General</c:formatCode>
                <c:ptCount val="5"/>
                <c:pt idx="0">
                  <c:v>16.574076933148152</c:v>
                </c:pt>
                <c:pt idx="1">
                  <c:v>18.241469854724414</c:v>
                </c:pt>
                <c:pt idx="2">
                  <c:v>18.461616455384856</c:v>
                </c:pt>
                <c:pt idx="3">
                  <c:v>11.313394033940183</c:v>
                </c:pt>
                <c:pt idx="4">
                  <c:v>14.760914744282749</c:v>
                </c:pt>
              </c:numCache>
            </c:numRef>
          </c:val>
          <c:extLst>
            <c:ext xmlns:c16="http://schemas.microsoft.com/office/drawing/2014/chart" uri="{C3380CC4-5D6E-409C-BE32-E72D297353CC}">
              <c16:uniqueId val="{00000003-D94E-5F48-8C66-7FEF14175CCC}"/>
            </c:ext>
          </c:extLst>
        </c:ser>
        <c:ser>
          <c:idx val="4"/>
          <c:order val="4"/>
          <c:spPr>
            <a:solidFill>
              <a:srgbClr val="7F7F7F"/>
            </a:solidFill>
            <a:ln>
              <a:noFill/>
            </a:ln>
          </c:spPr>
          <c:invertIfNegative val="0"/>
          <c:val>
            <c:numRef>
              <c:f>Sheet1!$A$5:$E$5</c:f>
              <c:numCache>
                <c:formatCode>General</c:formatCode>
                <c:ptCount val="5"/>
                <c:pt idx="0">
                  <c:v>12.142045924284094</c:v>
                </c:pt>
                <c:pt idx="1">
                  <c:v>5.5380577166141753</c:v>
                </c:pt>
                <c:pt idx="2">
                  <c:v>12.524084737572249</c:v>
                </c:pt>
                <c:pt idx="3">
                  <c:v>11.313394033940183</c:v>
                </c:pt>
                <c:pt idx="4">
                  <c:v>8.9397089268191223</c:v>
                </c:pt>
              </c:numCache>
            </c:numRef>
          </c:val>
          <c:extLst>
            <c:ext xmlns:c16="http://schemas.microsoft.com/office/drawing/2014/chart" uri="{C3380CC4-5D6E-409C-BE32-E72D297353CC}">
              <c16:uniqueId val="{00000004-D94E-5F48-8C66-7FEF14175CCC}"/>
            </c:ext>
          </c:extLst>
        </c:ser>
        <c:ser>
          <c:idx val="5"/>
          <c:order val="5"/>
          <c:spPr>
            <a:solidFill>
              <a:srgbClr val="BFBFBF"/>
            </a:solidFill>
            <a:ln>
              <a:noFill/>
            </a:ln>
          </c:spPr>
          <c:invertIfNegative val="0"/>
          <c:val>
            <c:numRef>
              <c:f>Sheet1!$A$6:$E$6</c:f>
              <c:numCache>
                <c:formatCode>General</c:formatCode>
                <c:ptCount val="5"/>
                <c:pt idx="0">
                  <c:v>4.8494521096989036</c:v>
                </c:pt>
                <c:pt idx="1">
                  <c:v>4.0682414122047312</c:v>
                </c:pt>
                <c:pt idx="2">
                  <c:v>20.692627562077881</c:v>
                </c:pt>
                <c:pt idx="3">
                  <c:v>38.816645016449932</c:v>
                </c:pt>
                <c:pt idx="4">
                  <c:v>29.625779688877341</c:v>
                </c:pt>
              </c:numCache>
            </c:numRef>
          </c:val>
          <c:extLst>
            <c:ext xmlns:c16="http://schemas.microsoft.com/office/drawing/2014/chart" uri="{C3380CC4-5D6E-409C-BE32-E72D297353CC}">
              <c16:uniqueId val="{00000005-D94E-5F48-8C66-7FEF14175CCC}"/>
            </c:ext>
          </c:extLst>
        </c:ser>
        <c:dLbls>
          <c:showLegendKey val="0"/>
          <c:showVal val="0"/>
          <c:showCatName val="0"/>
          <c:showSerName val="0"/>
          <c:showPercent val="0"/>
          <c:showBubbleSize val="0"/>
        </c:dLbls>
        <c:gapWidth val="80"/>
        <c:overlap val="100"/>
        <c:axId val="1242620240"/>
        <c:axId val="1"/>
      </c:barChart>
      <c:catAx>
        <c:axId val="1242620240"/>
        <c:scaling>
          <c:orientation val="maxMin"/>
        </c:scaling>
        <c:delete val="0"/>
        <c:axPos val="l"/>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100"/>
          <c:min val="0"/>
        </c:scaling>
        <c:delete val="0"/>
        <c:axPos val="b"/>
        <c:majorGridlines>
          <c:spPr>
            <a:ln w="6350" cmpd="sng" algn="ctr">
              <a:solidFill>
                <a:srgbClr val="D0D0D0"/>
              </a:solidFill>
              <a:prstDash val="solid"/>
            </a:ln>
          </c:spPr>
        </c:majorGridlines>
        <c:numFmt formatCode="General" sourceLinked="1"/>
        <c:majorTickMark val="none"/>
        <c:minorTickMark val="none"/>
        <c:tickLblPos val="none"/>
        <c:spPr>
          <a:ln>
            <a:noFill/>
          </a:ln>
        </c:spPr>
        <c:crossAx val="1242620240"/>
        <c:crosses val="max"/>
        <c:crossBetween val="between"/>
        <c:majorUnit val="10"/>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0375340742294E-2"/>
          <c:y val="2.688728024819028E-2"/>
          <c:w val="0.97819249318515411"/>
          <c:h val="0.94622543950361948"/>
        </c:manualLayout>
      </c:layout>
      <c:scatterChart>
        <c:scatterStyle val="lineMarker"/>
        <c:varyColors val="0"/>
        <c:ser>
          <c:idx val="0"/>
          <c:order val="0"/>
          <c:spPr>
            <a:ln w="38100" cmpd="sng" algn="ctr">
              <a:solidFill>
                <a:srgbClr val="FEE793"/>
              </a:solidFill>
              <a:prstDash val="solid"/>
            </a:ln>
          </c:spPr>
          <c:marker>
            <c:symbol val="none"/>
          </c:marker>
          <c:xVal>
            <c:numRef>
              <c:f>Sheet1!$A$2:$E$2</c:f>
              <c:numCache>
                <c:formatCode>General</c:formatCode>
                <c:ptCount val="5"/>
                <c:pt idx="0">
                  <c:v>25.5</c:v>
                </c:pt>
                <c:pt idx="1">
                  <c:v>27.2</c:v>
                </c:pt>
                <c:pt idx="2">
                  <c:v>46.5</c:v>
                </c:pt>
                <c:pt idx="3">
                  <c:v>69.8</c:v>
                </c:pt>
                <c:pt idx="4">
                  <c:v>48.1</c:v>
                </c:pt>
              </c:numCache>
            </c:numRef>
          </c:xVal>
          <c:yVal>
            <c:numRef>
              <c:f>Sheet1!$A$1:$E$1</c:f>
              <c:numCache>
                <c:formatCode>General</c:formatCode>
                <c:ptCount val="5"/>
                <c:pt idx="0">
                  <c:v>0</c:v>
                </c:pt>
                <c:pt idx="1">
                  <c:v>1</c:v>
                </c:pt>
                <c:pt idx="2">
                  <c:v>2</c:v>
                </c:pt>
                <c:pt idx="3">
                  <c:v>3</c:v>
                </c:pt>
                <c:pt idx="4">
                  <c:v>4</c:v>
                </c:pt>
              </c:numCache>
            </c:numRef>
          </c:yVal>
          <c:smooth val="1"/>
          <c:extLst>
            <c:ext xmlns:c16="http://schemas.microsoft.com/office/drawing/2014/chart" uri="{C3380CC4-5D6E-409C-BE32-E72D297353CC}">
              <c16:uniqueId val="{00000000-C37C-244C-BA63-F162B942C52A}"/>
            </c:ext>
          </c:extLst>
        </c:ser>
        <c:dLbls>
          <c:showLegendKey val="0"/>
          <c:showVal val="0"/>
          <c:showCatName val="0"/>
          <c:showSerName val="0"/>
          <c:showPercent val="0"/>
          <c:showBubbleSize val="0"/>
        </c:dLbls>
        <c:axId val="5"/>
        <c:axId val="4"/>
      </c:scatterChart>
      <c:valAx>
        <c:axId val="4"/>
        <c:scaling>
          <c:orientation val="maxMin"/>
          <c:max val="4"/>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5"/>
        <c:crosses val="min"/>
        <c:crossBetween val="midCat"/>
      </c:valAx>
      <c:valAx>
        <c:axId val="5"/>
        <c:scaling>
          <c:orientation val="minMax"/>
          <c:max val="103"/>
          <c:min val="0"/>
        </c:scaling>
        <c:delete val="0"/>
        <c:axPos val="t"/>
        <c:majorGridlines>
          <c:spPr>
            <a:ln>
              <a:noFill/>
            </a:ln>
          </c:spPr>
        </c:majorGridlines>
        <c:numFmt formatCode="General" sourceLinked="1"/>
        <c:majorTickMark val="out"/>
        <c:minorTickMark val="none"/>
        <c:tickLblPos val="none"/>
        <c:spPr>
          <a:ln w="9525" cmpd="sng" algn="ctr">
            <a:solidFill>
              <a:srgbClr val="D6D7D9"/>
            </a:solidFill>
            <a:prstDash val="solid"/>
          </a:ln>
        </c:spPr>
        <c:txPr>
          <a:bodyPr wrap="none"/>
          <a:lstStyle/>
          <a:p>
            <a:pPr>
              <a:defRPr sz="1400" kern="1200">
                <a:latin typeface="+mn-lt"/>
                <a:ea typeface="+mn-ea"/>
                <a:cs typeface="+mn-cs"/>
              </a:defRPr>
            </a:pPr>
            <a:endParaRPr lang="zh-CN"/>
          </a:p>
        </c:txPr>
        <c:crossAx val="4"/>
        <c:crosses val="min"/>
        <c:crossBetween val="midCat"/>
        <c:majorUnit val="5"/>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883116883116882E-2"/>
          <c:y val="2.0984665052461663E-2"/>
          <c:w val="0.96623376623376622"/>
          <c:h val="0.95803066989507668"/>
        </c:manualLayout>
      </c:layout>
      <c:barChart>
        <c:barDir val="col"/>
        <c:grouping val="stacked"/>
        <c:varyColors val="0"/>
        <c:ser>
          <c:idx val="0"/>
          <c:order val="0"/>
          <c:spPr>
            <a:solidFill>
              <a:srgbClr val="00936F"/>
            </a:solidFill>
            <a:ln>
              <a:noFill/>
            </a:ln>
          </c:spPr>
          <c:invertIfNegative val="0"/>
          <c:val>
            <c:numRef>
              <c:f>Sheet1!$A$1:$E$1</c:f>
              <c:numCache>
                <c:formatCode>General</c:formatCode>
                <c:ptCount val="5"/>
                <c:pt idx="0">
                  <c:v>54.949999999999996</c:v>
                </c:pt>
                <c:pt idx="1">
                  <c:v>62.580000000000005</c:v>
                </c:pt>
                <c:pt idx="2">
                  <c:v>39.879999999999995</c:v>
                </c:pt>
                <c:pt idx="3">
                  <c:v>45.42</c:v>
                </c:pt>
                <c:pt idx="4">
                  <c:v>45.73</c:v>
                </c:pt>
              </c:numCache>
            </c:numRef>
          </c:val>
          <c:extLst>
            <c:ext xmlns:c16="http://schemas.microsoft.com/office/drawing/2014/chart" uri="{C3380CC4-5D6E-409C-BE32-E72D297353CC}">
              <c16:uniqueId val="{00000000-8CEC-844D-BE33-41CE835B6728}"/>
            </c:ext>
          </c:extLst>
        </c:ser>
        <c:ser>
          <c:idx val="1"/>
          <c:order val="1"/>
          <c:spPr>
            <a:solidFill>
              <a:srgbClr val="BEFEDA"/>
            </a:solidFill>
            <a:ln>
              <a:noFill/>
            </a:ln>
          </c:spPr>
          <c:invertIfNegative val="0"/>
          <c:val>
            <c:numRef>
              <c:f>Sheet1!$A$2:$E$2</c:f>
              <c:numCache>
                <c:formatCode>General</c:formatCode>
                <c:ptCount val="5"/>
                <c:pt idx="0">
                  <c:v>15.580000000000005</c:v>
                </c:pt>
                <c:pt idx="1">
                  <c:v>16.96</c:v>
                </c:pt>
                <c:pt idx="2">
                  <c:v>25.849999999999994</c:v>
                </c:pt>
                <c:pt idx="3">
                  <c:v>19.429999999999993</c:v>
                </c:pt>
                <c:pt idx="4">
                  <c:v>20.660000000000004</c:v>
                </c:pt>
              </c:numCache>
            </c:numRef>
          </c:val>
          <c:extLst>
            <c:ext xmlns:c16="http://schemas.microsoft.com/office/drawing/2014/chart" uri="{C3380CC4-5D6E-409C-BE32-E72D297353CC}">
              <c16:uniqueId val="{00000001-8CEC-844D-BE33-41CE835B6728}"/>
            </c:ext>
          </c:extLst>
        </c:ser>
        <c:ser>
          <c:idx val="2"/>
          <c:order val="2"/>
          <c:spPr>
            <a:solidFill>
              <a:srgbClr val="7FE7AB"/>
            </a:solidFill>
            <a:ln>
              <a:noFill/>
            </a:ln>
          </c:spPr>
          <c:invertIfNegative val="0"/>
          <c:val>
            <c:numRef>
              <c:f>Sheet1!$A$3:$E$3</c:f>
              <c:numCache>
                <c:formatCode>General</c:formatCode>
                <c:ptCount val="5"/>
                <c:pt idx="0">
                  <c:v>15.170000000000002</c:v>
                </c:pt>
                <c:pt idx="1">
                  <c:v>8.5900000000000034</c:v>
                </c:pt>
                <c:pt idx="2">
                  <c:v>19.120000000000005</c:v>
                </c:pt>
                <c:pt idx="3">
                  <c:v>8.8100000000000023</c:v>
                </c:pt>
                <c:pt idx="4">
                  <c:v>15.060000000000002</c:v>
                </c:pt>
              </c:numCache>
            </c:numRef>
          </c:val>
          <c:extLst>
            <c:ext xmlns:c16="http://schemas.microsoft.com/office/drawing/2014/chart" uri="{C3380CC4-5D6E-409C-BE32-E72D297353CC}">
              <c16:uniqueId val="{00000002-8CEC-844D-BE33-41CE835B6728}"/>
            </c:ext>
          </c:extLst>
        </c:ser>
        <c:ser>
          <c:idx val="3"/>
          <c:order val="3"/>
          <c:spPr>
            <a:solidFill>
              <a:srgbClr val="8DE0C8"/>
            </a:solidFill>
            <a:ln>
              <a:noFill/>
            </a:ln>
          </c:spPr>
          <c:invertIfNegative val="0"/>
          <c:val>
            <c:numRef>
              <c:f>Sheet1!$A$4:$E$4</c:f>
              <c:numCache>
                <c:formatCode>General</c:formatCode>
                <c:ptCount val="5"/>
                <c:pt idx="0">
                  <c:v>2.25</c:v>
                </c:pt>
                <c:pt idx="1">
                  <c:v>5.2600000000000051</c:v>
                </c:pt>
                <c:pt idx="2">
                  <c:v>6.1099999999999994</c:v>
                </c:pt>
                <c:pt idx="3">
                  <c:v>10.069999999999993</c:v>
                </c:pt>
                <c:pt idx="4">
                  <c:v>4.3799999999999955</c:v>
                </c:pt>
              </c:numCache>
            </c:numRef>
          </c:val>
          <c:extLst>
            <c:ext xmlns:c16="http://schemas.microsoft.com/office/drawing/2014/chart" uri="{C3380CC4-5D6E-409C-BE32-E72D297353CC}">
              <c16:uniqueId val="{00000003-8CEC-844D-BE33-41CE835B6728}"/>
            </c:ext>
          </c:extLst>
        </c:ser>
        <c:ser>
          <c:idx val="4"/>
          <c:order val="4"/>
          <c:spPr>
            <a:solidFill>
              <a:srgbClr val="898989"/>
            </a:solidFill>
            <a:ln>
              <a:noFill/>
            </a:ln>
          </c:spPr>
          <c:invertIfNegative val="0"/>
          <c:val>
            <c:numRef>
              <c:f>Sheet1!$A$5:$E$5</c:f>
              <c:numCache>
                <c:formatCode>General</c:formatCode>
                <c:ptCount val="5"/>
                <c:pt idx="0">
                  <c:v>12.060000000000002</c:v>
                </c:pt>
                <c:pt idx="1">
                  <c:v>6.6099999999999994</c:v>
                </c:pt>
                <c:pt idx="2">
                  <c:v>9.0400000000000063</c:v>
                </c:pt>
                <c:pt idx="3">
                  <c:v>16.269999999999996</c:v>
                </c:pt>
                <c:pt idx="4">
                  <c:v>14.170000000000002</c:v>
                </c:pt>
              </c:numCache>
            </c:numRef>
          </c:val>
          <c:extLst>
            <c:ext xmlns:c16="http://schemas.microsoft.com/office/drawing/2014/chart" uri="{C3380CC4-5D6E-409C-BE32-E72D297353CC}">
              <c16:uniqueId val="{00000004-8CEC-844D-BE33-41CE835B6728}"/>
            </c:ext>
          </c:extLst>
        </c:ser>
        <c:dLbls>
          <c:showLegendKey val="0"/>
          <c:showVal val="0"/>
          <c:showCatName val="0"/>
          <c:showSerName val="0"/>
          <c:showPercent val="0"/>
          <c:showBubbleSize val="0"/>
        </c:dLbls>
        <c:gapWidth val="60"/>
        <c:overlap val="100"/>
        <c:axId val="1065878079"/>
        <c:axId val="1"/>
      </c:barChart>
      <c:catAx>
        <c:axId val="106587807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01"/>
          <c:min val="0"/>
        </c:scaling>
        <c:delete val="1"/>
        <c:axPos val="l"/>
        <c:numFmt formatCode="General" sourceLinked="1"/>
        <c:majorTickMark val="out"/>
        <c:minorTickMark val="none"/>
        <c:tickLblPos val="nextTo"/>
        <c:crossAx val="1065878079"/>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202363367799114E-2"/>
          <c:y val="1.7496635262449527E-2"/>
          <c:w val="0.96159527326440175"/>
          <c:h val="0.96500672947510091"/>
        </c:manualLayout>
      </c:layout>
      <c:areaChart>
        <c:grouping val="stacked"/>
        <c:varyColors val="0"/>
        <c:ser>
          <c:idx val="0"/>
          <c:order val="0"/>
          <c:spPr>
            <a:solidFill>
              <a:srgbClr val="007770"/>
            </a:solidFill>
            <a:ln>
              <a:noFill/>
            </a:ln>
          </c:spPr>
          <c:val>
            <c:numRef>
              <c:f>Sheet1!$A$1:$C$1</c:f>
              <c:numCache>
                <c:formatCode>General</c:formatCode>
                <c:ptCount val="3"/>
                <c:pt idx="0">
                  <c:v>1.8871772055688412</c:v>
                </c:pt>
                <c:pt idx="1">
                  <c:v>2.8665139057375209</c:v>
                </c:pt>
                <c:pt idx="2">
                  <c:v>7.3419386664474224</c:v>
                </c:pt>
              </c:numCache>
            </c:numRef>
          </c:val>
          <c:extLst>
            <c:ext xmlns:c16="http://schemas.microsoft.com/office/drawing/2014/chart" uri="{C3380CC4-5D6E-409C-BE32-E72D297353CC}">
              <c16:uniqueId val="{00000000-99A9-964D-9382-56FCFD955FA9}"/>
            </c:ext>
          </c:extLst>
        </c:ser>
        <c:ser>
          <c:idx val="1"/>
          <c:order val="1"/>
          <c:spPr>
            <a:solidFill>
              <a:srgbClr val="00C6A4"/>
            </a:solidFill>
            <a:ln>
              <a:noFill/>
            </a:ln>
          </c:spPr>
          <c:val>
            <c:numRef>
              <c:f>Sheet1!$A$2:$C$2</c:f>
              <c:numCache>
                <c:formatCode>General</c:formatCode>
                <c:ptCount val="3"/>
                <c:pt idx="0">
                  <c:v>1.1669725450938955</c:v>
                </c:pt>
                <c:pt idx="1">
                  <c:v>2.9069506222761374</c:v>
                </c:pt>
                <c:pt idx="2">
                  <c:v>7.4077119131793161</c:v>
                </c:pt>
              </c:numCache>
            </c:numRef>
          </c:val>
          <c:extLst>
            <c:ext xmlns:c16="http://schemas.microsoft.com/office/drawing/2014/chart" uri="{C3380CC4-5D6E-409C-BE32-E72D297353CC}">
              <c16:uniqueId val="{00000001-99A9-964D-9382-56FCFD955FA9}"/>
            </c:ext>
          </c:extLst>
        </c:ser>
        <c:ser>
          <c:idx val="2"/>
          <c:order val="2"/>
          <c:spPr>
            <a:solidFill>
              <a:srgbClr val="8DE0C8"/>
            </a:solidFill>
            <a:ln>
              <a:noFill/>
            </a:ln>
          </c:spPr>
          <c:val>
            <c:numRef>
              <c:f>Sheet1!$A$3:$C$3</c:f>
              <c:numCache>
                <c:formatCode>General</c:formatCode>
                <c:ptCount val="3"/>
                <c:pt idx="0">
                  <c:v>12.246259941048883</c:v>
                </c:pt>
                <c:pt idx="1">
                  <c:v>17.962888080154556</c:v>
                </c:pt>
                <c:pt idx="2">
                  <c:v>26.547726712159829</c:v>
                </c:pt>
              </c:numCache>
            </c:numRef>
          </c:val>
          <c:extLst>
            <c:ext xmlns:c16="http://schemas.microsoft.com/office/drawing/2014/chart" uri="{C3380CC4-5D6E-409C-BE32-E72D297353CC}">
              <c16:uniqueId val="{00000002-99A9-964D-9382-56FCFD955FA9}"/>
            </c:ext>
          </c:extLst>
        </c:ser>
        <c:ser>
          <c:idx val="3"/>
          <c:order val="3"/>
          <c:spPr>
            <a:solidFill>
              <a:srgbClr val="BEFED9"/>
            </a:solidFill>
            <a:ln>
              <a:noFill/>
            </a:ln>
          </c:spPr>
          <c:val>
            <c:numRef>
              <c:f>Sheet1!$A$4:$C$4</c:f>
              <c:numCache>
                <c:formatCode>General</c:formatCode>
                <c:ptCount val="3"/>
                <c:pt idx="0">
                  <c:v>9.049366924346069</c:v>
                </c:pt>
                <c:pt idx="1">
                  <c:v>10.046277575594193</c:v>
                </c:pt>
                <c:pt idx="2">
                  <c:v>10.548384444627152</c:v>
                </c:pt>
              </c:numCache>
            </c:numRef>
          </c:val>
          <c:extLst>
            <c:ext xmlns:c16="http://schemas.microsoft.com/office/drawing/2014/chart" uri="{C3380CC4-5D6E-409C-BE32-E72D297353CC}">
              <c16:uniqueId val="{00000003-99A9-964D-9382-56FCFD955FA9}"/>
            </c:ext>
          </c:extLst>
        </c:ser>
        <c:ser>
          <c:idx val="4"/>
          <c:order val="4"/>
          <c:spPr>
            <a:solidFill>
              <a:srgbClr val="95FF97"/>
            </a:solidFill>
            <a:ln>
              <a:noFill/>
            </a:ln>
          </c:spPr>
          <c:val>
            <c:numRef>
              <c:f>Sheet1!$A$5:$C$5</c:f>
              <c:numCache>
                <c:formatCode>General</c:formatCode>
                <c:ptCount val="3"/>
                <c:pt idx="0">
                  <c:v>46.194130841814513</c:v>
                </c:pt>
                <c:pt idx="1">
                  <c:v>40.265983735454014</c:v>
                </c:pt>
                <c:pt idx="2">
                  <c:v>27.748088465016853</c:v>
                </c:pt>
              </c:numCache>
            </c:numRef>
          </c:val>
          <c:extLst>
            <c:ext xmlns:c16="http://schemas.microsoft.com/office/drawing/2014/chart" uri="{C3380CC4-5D6E-409C-BE32-E72D297353CC}">
              <c16:uniqueId val="{00000004-99A9-964D-9382-56FCFD955FA9}"/>
            </c:ext>
          </c:extLst>
        </c:ser>
        <c:ser>
          <c:idx val="5"/>
          <c:order val="5"/>
          <c:spPr>
            <a:solidFill>
              <a:srgbClr val="43FFBA"/>
            </a:solidFill>
            <a:ln>
              <a:noFill/>
            </a:ln>
          </c:spPr>
          <c:val>
            <c:numRef>
              <c:f>Sheet1!$A$6:$C$6</c:f>
              <c:numCache>
                <c:formatCode>General</c:formatCode>
                <c:ptCount val="3"/>
                <c:pt idx="0">
                  <c:v>7.61915355097047</c:v>
                </c:pt>
                <c:pt idx="1">
                  <c:v>7.0270027407107865</c:v>
                </c:pt>
                <c:pt idx="2">
                  <c:v>5.3605196086491835</c:v>
                </c:pt>
              </c:numCache>
            </c:numRef>
          </c:val>
          <c:extLst>
            <c:ext xmlns:c16="http://schemas.microsoft.com/office/drawing/2014/chart" uri="{C3380CC4-5D6E-409C-BE32-E72D297353CC}">
              <c16:uniqueId val="{00000005-99A9-964D-9382-56FCFD955FA9}"/>
            </c:ext>
          </c:extLst>
        </c:ser>
        <c:ser>
          <c:idx val="6"/>
          <c:order val="6"/>
          <c:spPr>
            <a:solidFill>
              <a:srgbClr val="BEFED9"/>
            </a:solidFill>
            <a:ln>
              <a:noFill/>
            </a:ln>
          </c:spPr>
          <c:val>
            <c:numRef>
              <c:f>Sheet1!$A$7:$C$7</c:f>
              <c:numCache>
                <c:formatCode>General</c:formatCode>
                <c:ptCount val="3"/>
                <c:pt idx="0">
                  <c:v>10.423966038225529</c:v>
                </c:pt>
                <c:pt idx="1">
                  <c:v>9.2285573078132686</c:v>
                </c:pt>
                <c:pt idx="2">
                  <c:v>4.3163693167803991</c:v>
                </c:pt>
              </c:numCache>
            </c:numRef>
          </c:val>
          <c:extLst>
            <c:ext xmlns:c16="http://schemas.microsoft.com/office/drawing/2014/chart" uri="{C3380CC4-5D6E-409C-BE32-E72D297353CC}">
              <c16:uniqueId val="{00000006-99A9-964D-9382-56FCFD955FA9}"/>
            </c:ext>
          </c:extLst>
        </c:ser>
        <c:ser>
          <c:idx val="7"/>
          <c:order val="7"/>
          <c:spPr>
            <a:solidFill>
              <a:srgbClr val="6F6F6F"/>
            </a:solidFill>
            <a:ln>
              <a:noFill/>
            </a:ln>
          </c:spPr>
          <c:val>
            <c:numRef>
              <c:f>Sheet1!$A$8:$C$8</c:f>
              <c:numCache>
                <c:formatCode>General</c:formatCode>
                <c:ptCount val="3"/>
                <c:pt idx="0">
                  <c:v>10.035593126077524</c:v>
                </c:pt>
                <c:pt idx="1">
                  <c:v>9.2375432448218557</c:v>
                </c:pt>
                <c:pt idx="2">
                  <c:v>10.59771437967607</c:v>
                </c:pt>
              </c:numCache>
            </c:numRef>
          </c:val>
          <c:extLst>
            <c:ext xmlns:c16="http://schemas.microsoft.com/office/drawing/2014/chart" uri="{C3380CC4-5D6E-409C-BE32-E72D297353CC}">
              <c16:uniqueId val="{00000007-99A9-964D-9382-56FCFD955FA9}"/>
            </c:ext>
          </c:extLst>
        </c:ser>
        <c:ser>
          <c:idx val="8"/>
          <c:order val="8"/>
          <c:spPr>
            <a:solidFill>
              <a:srgbClr val="C0C0C0"/>
            </a:solidFill>
            <a:ln>
              <a:noFill/>
            </a:ln>
          </c:spPr>
          <c:val>
            <c:numRef>
              <c:f>Sheet1!$A$9:$C$9</c:f>
              <c:numCache>
                <c:formatCode>General</c:formatCode>
                <c:ptCount val="3"/>
                <c:pt idx="0">
                  <c:v>1.3773798268542747</c:v>
                </c:pt>
                <c:pt idx="1">
                  <c:v>0.45828278743765827</c:v>
                </c:pt>
                <c:pt idx="2">
                  <c:v>0.13154649346377445</c:v>
                </c:pt>
              </c:numCache>
            </c:numRef>
          </c:val>
          <c:extLst>
            <c:ext xmlns:c16="http://schemas.microsoft.com/office/drawing/2014/chart" uri="{C3380CC4-5D6E-409C-BE32-E72D297353CC}">
              <c16:uniqueId val="{00000008-99A9-964D-9382-56FCFD955FA9}"/>
            </c:ext>
          </c:extLst>
        </c:ser>
        <c:dLbls>
          <c:showLegendKey val="0"/>
          <c:showVal val="0"/>
          <c:showCatName val="0"/>
          <c:showSerName val="0"/>
          <c:showPercent val="0"/>
          <c:showBubbleSize val="0"/>
        </c:dLbls>
        <c:axId val="1104885535"/>
        <c:axId val="1"/>
      </c:areaChart>
      <c:catAx>
        <c:axId val="110488553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104885535"/>
        <c:crosses val="min"/>
        <c:crossBetween val="midCat"/>
      </c:valAx>
    </c:plotArea>
    <c:plotVisOnly val="0"/>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439429928741092E-2"/>
          <c:y val="2.5628388368654508E-2"/>
          <c:w val="0.96912114014251782"/>
          <c:h val="0.93937900443568256"/>
        </c:manualLayout>
      </c:layout>
      <c:barChart>
        <c:barDir val="col"/>
        <c:grouping val="stacked"/>
        <c:varyColors val="0"/>
        <c:ser>
          <c:idx val="0"/>
          <c:order val="0"/>
          <c:spPr>
            <a:solidFill>
              <a:srgbClr val="2DDB77"/>
            </a:solidFill>
            <a:ln>
              <a:noFill/>
            </a:ln>
          </c:spPr>
          <c:invertIfNegative val="0"/>
          <c:dPt>
            <c:idx val="0"/>
            <c:invertIfNegative val="0"/>
            <c:bubble3D val="0"/>
            <c:spPr>
              <a:solidFill>
                <a:srgbClr val="D6D7D9"/>
              </a:solidFill>
              <a:ln>
                <a:noFill/>
              </a:ln>
            </c:spPr>
            <c:extLst>
              <c:ext xmlns:c16="http://schemas.microsoft.com/office/drawing/2014/chart" uri="{C3380CC4-5D6E-409C-BE32-E72D297353CC}">
                <c16:uniqueId val="{00000000-05E3-4B2B-A7A8-88A94BDA5571}"/>
              </c:ext>
            </c:extLst>
          </c:dPt>
          <c:dPt>
            <c:idx val="1"/>
            <c:invertIfNegative val="0"/>
            <c:bubble3D val="0"/>
            <c:spPr>
              <a:solidFill>
                <a:srgbClr val="7FE7AB"/>
              </a:solidFill>
              <a:ln>
                <a:noFill/>
              </a:ln>
            </c:spPr>
            <c:extLst>
              <c:ext xmlns:c16="http://schemas.microsoft.com/office/drawing/2014/chart" uri="{C3380CC4-5D6E-409C-BE32-E72D297353CC}">
                <c16:uniqueId val="{00000002-155F-48D9-92BD-27C2CBE2AD1F}"/>
              </c:ext>
            </c:extLst>
          </c:dPt>
          <c:val>
            <c:numRef>
              <c:f>Sheet1!$A$1:$B$1</c:f>
              <c:numCache>
                <c:formatCode>General</c:formatCode>
                <c:ptCount val="2"/>
                <c:pt idx="0">
                  <c:v>13.700000000000001</c:v>
                </c:pt>
                <c:pt idx="1">
                  <c:v>27.800000000000004</c:v>
                </c:pt>
              </c:numCache>
            </c:numRef>
          </c:val>
          <c:extLst>
            <c:ext xmlns:c16="http://schemas.microsoft.com/office/drawing/2014/chart" uri="{C3380CC4-5D6E-409C-BE32-E72D297353CC}">
              <c16:uniqueId val="{00000001-05E3-4B2B-A7A8-88A94BDA5571}"/>
            </c:ext>
          </c:extLst>
        </c:ser>
        <c:dLbls>
          <c:showLegendKey val="0"/>
          <c:showVal val="0"/>
          <c:showCatName val="0"/>
          <c:showSerName val="0"/>
          <c:showPercent val="0"/>
          <c:showBubbleSize val="0"/>
        </c:dLbls>
        <c:gapWidth val="137"/>
        <c:overlap val="74"/>
        <c:axId val="803539103"/>
        <c:axId val="1"/>
      </c:barChart>
      <c:catAx>
        <c:axId val="803539103"/>
        <c:scaling>
          <c:orientation val="minMax"/>
        </c:scaling>
        <c:delete val="0"/>
        <c:axPos val="b"/>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27.800000000000004"/>
          <c:min val="0"/>
        </c:scaling>
        <c:delete val="1"/>
        <c:axPos val="l"/>
        <c:numFmt formatCode="General" sourceLinked="1"/>
        <c:majorTickMark val="out"/>
        <c:minorTickMark val="none"/>
        <c:tickLblPos val="nextTo"/>
        <c:crossAx val="803539103"/>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757575757575758E-2"/>
          <c:y val="2.5628388368654508E-2"/>
          <c:w val="0.9684848484848485"/>
          <c:h val="0.93937900443568256"/>
        </c:manualLayout>
      </c:layout>
      <c:barChart>
        <c:barDir val="col"/>
        <c:grouping val="stacked"/>
        <c:varyColors val="0"/>
        <c:ser>
          <c:idx val="0"/>
          <c:order val="0"/>
          <c:spPr>
            <a:solidFill>
              <a:srgbClr val="2DDB77"/>
            </a:solidFill>
            <a:ln>
              <a:noFill/>
            </a:ln>
          </c:spPr>
          <c:invertIfNegative val="0"/>
          <c:dPt>
            <c:idx val="0"/>
            <c:invertIfNegative val="0"/>
            <c:bubble3D val="0"/>
            <c:spPr>
              <a:solidFill>
                <a:srgbClr val="D6D7D9"/>
              </a:solidFill>
              <a:ln>
                <a:noFill/>
              </a:ln>
            </c:spPr>
            <c:extLst>
              <c:ext xmlns:c16="http://schemas.microsoft.com/office/drawing/2014/chart" uri="{C3380CC4-5D6E-409C-BE32-E72D297353CC}">
                <c16:uniqueId val="{00000000-26D0-4460-970D-B214CA14D520}"/>
              </c:ext>
            </c:extLst>
          </c:dPt>
          <c:dPt>
            <c:idx val="1"/>
            <c:invertIfNegative val="0"/>
            <c:bubble3D val="0"/>
            <c:spPr>
              <a:solidFill>
                <a:srgbClr val="7FE7AB"/>
              </a:solidFill>
              <a:ln>
                <a:noFill/>
              </a:ln>
            </c:spPr>
            <c:extLst>
              <c:ext xmlns:c16="http://schemas.microsoft.com/office/drawing/2014/chart" uri="{C3380CC4-5D6E-409C-BE32-E72D297353CC}">
                <c16:uniqueId val="{00000002-C7BA-4658-8446-22E08E1AF8FA}"/>
              </c:ext>
            </c:extLst>
          </c:dPt>
          <c:val>
            <c:numRef>
              <c:f>Sheet1!$A$1:$B$1</c:f>
              <c:numCache>
                <c:formatCode>General</c:formatCode>
                <c:ptCount val="2"/>
                <c:pt idx="0">
                  <c:v>2.5</c:v>
                </c:pt>
                <c:pt idx="1">
                  <c:v>7.9</c:v>
                </c:pt>
              </c:numCache>
            </c:numRef>
          </c:val>
          <c:extLst>
            <c:ext xmlns:c16="http://schemas.microsoft.com/office/drawing/2014/chart" uri="{C3380CC4-5D6E-409C-BE32-E72D297353CC}">
              <c16:uniqueId val="{00000001-26D0-4460-970D-B214CA14D520}"/>
            </c:ext>
          </c:extLst>
        </c:ser>
        <c:dLbls>
          <c:showLegendKey val="0"/>
          <c:showVal val="0"/>
          <c:showCatName val="0"/>
          <c:showSerName val="0"/>
          <c:showPercent val="0"/>
          <c:showBubbleSize val="0"/>
        </c:dLbls>
        <c:gapWidth val="137"/>
        <c:overlap val="100"/>
        <c:axId val="803532447"/>
        <c:axId val="1"/>
      </c:barChart>
      <c:catAx>
        <c:axId val="803532447"/>
        <c:scaling>
          <c:orientation val="minMax"/>
        </c:scaling>
        <c:delete val="0"/>
        <c:axPos val="b"/>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7.9"/>
          <c:min val="0"/>
        </c:scaling>
        <c:delete val="1"/>
        <c:axPos val="l"/>
        <c:numFmt formatCode="General" sourceLinked="1"/>
        <c:majorTickMark val="out"/>
        <c:minorTickMark val="none"/>
        <c:tickLblPos val="nextTo"/>
        <c:crossAx val="803532447"/>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view3D>
      <c:rotX val="20"/>
      <c:rotY val="3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                                        </c:v>
                </c:pt>
              </c:strCache>
            </c:strRef>
          </c:tx>
          <c:spPr>
            <a:gradFill>
              <a:gsLst>
                <a:gs pos="14000">
                  <a:srgbClr val="CBFF36"/>
                </a:gs>
                <a:gs pos="100000">
                  <a:schemeClr val="accent2">
                    <a:alpha val="0"/>
                  </a:schemeClr>
                </a:gs>
              </a:gsLst>
              <a:lin ang="5400000" scaled="1"/>
            </a:gradFill>
            <a:ln>
              <a:noFill/>
            </a:ln>
            <a:effectLst/>
            <a:sp3d/>
          </c:spPr>
          <c:invertIfNegative val="0"/>
          <c:dPt>
            <c:idx val="0"/>
            <c:invertIfNegative val="0"/>
            <c:bubble3D val="0"/>
            <c:spPr>
              <a:gradFill>
                <a:gsLst>
                  <a:gs pos="14000">
                    <a:srgbClr val="D6D7D9"/>
                  </a:gs>
                  <a:gs pos="100000">
                    <a:srgbClr val="D6D7D9">
                      <a:alpha val="0"/>
                    </a:srgbClr>
                  </a:gs>
                </a:gsLst>
                <a:lin ang="5400000" scaled="1"/>
              </a:gradFill>
              <a:ln>
                <a:noFill/>
              </a:ln>
              <a:effectLst/>
              <a:scene3d>
                <a:camera prst="orthographicFront"/>
                <a:lightRig rig="threePt" dir="t"/>
              </a:scene3d>
              <a:sp3d>
                <a:bevelT/>
              </a:sp3d>
            </c:spPr>
            <c:extLst>
              <c:ext xmlns:c16="http://schemas.microsoft.com/office/drawing/2014/chart" uri="{C3380CC4-5D6E-409C-BE32-E72D297353CC}">
                <c16:uniqueId val="{00000001-9163-4EF7-B07F-9BCAF29541B7}"/>
              </c:ext>
            </c:extLst>
          </c:dPt>
          <c:dPt>
            <c:idx val="1"/>
            <c:invertIfNegative val="0"/>
            <c:bubble3D val="0"/>
            <c:spPr>
              <a:gradFill>
                <a:gsLst>
                  <a:gs pos="10000">
                    <a:srgbClr val="2DDB77"/>
                  </a:gs>
                  <a:gs pos="100000">
                    <a:srgbClr val="2DDB77">
                      <a:alpha val="0"/>
                    </a:srgbClr>
                  </a:gs>
                </a:gsLst>
                <a:lin ang="5400000" scaled="1"/>
              </a:gradFill>
              <a:ln>
                <a:noFill/>
              </a:ln>
              <a:effectLst/>
              <a:scene3d>
                <a:camera prst="orthographicFront"/>
                <a:lightRig rig="threePt" dir="t"/>
              </a:scene3d>
              <a:sp3d>
                <a:bevelT/>
              </a:sp3d>
            </c:spPr>
            <c:extLst>
              <c:ext xmlns:c16="http://schemas.microsoft.com/office/drawing/2014/chart" uri="{C3380CC4-5D6E-409C-BE32-E72D297353CC}">
                <c16:uniqueId val="{00000003-9163-4EF7-B07F-9BCAF29541B7}"/>
              </c:ext>
            </c:extLst>
          </c:dPt>
          <c:cat>
            <c:strRef>
              <c:f>Sheet1!$A$2:$A$3</c:f>
              <c:strCache>
                <c:ptCount val="2"/>
                <c:pt idx="0">
                  <c:v>I</c:v>
                </c:pt>
                <c:pt idx="1">
                  <c:v>TI</c:v>
                </c:pt>
              </c:strCache>
            </c:strRef>
          </c:cat>
          <c:val>
            <c:numRef>
              <c:f>Sheet1!$B$2:$B$3</c:f>
              <c:numCache>
                <c:formatCode>0.00%</c:formatCode>
                <c:ptCount val="2"/>
                <c:pt idx="0">
                  <c:v>0.1</c:v>
                </c:pt>
                <c:pt idx="1">
                  <c:v>0.33</c:v>
                </c:pt>
              </c:numCache>
            </c:numRef>
          </c:val>
          <c:shape val="pyramid"/>
          <c:extLst>
            <c:ext xmlns:c16="http://schemas.microsoft.com/office/drawing/2014/chart" uri="{C3380CC4-5D6E-409C-BE32-E72D297353CC}">
              <c16:uniqueId val="{00000004-9163-4EF7-B07F-9BCAF29541B7}"/>
            </c:ext>
          </c:extLst>
        </c:ser>
        <c:dLbls>
          <c:showLegendKey val="0"/>
          <c:showVal val="0"/>
          <c:showCatName val="0"/>
          <c:showSerName val="0"/>
          <c:showPercent val="0"/>
          <c:showBubbleSize val="0"/>
        </c:dLbls>
        <c:gapWidth val="202"/>
        <c:gapDepth val="0"/>
        <c:shape val="box"/>
        <c:axId val="195839824"/>
        <c:axId val="195838160"/>
        <c:axId val="0"/>
      </c:bar3DChart>
      <c:catAx>
        <c:axId val="195839824"/>
        <c:scaling>
          <c:orientation val="minMax"/>
        </c:scaling>
        <c:delete val="1"/>
        <c:axPos val="b"/>
        <c:numFmt formatCode="General" sourceLinked="1"/>
        <c:majorTickMark val="none"/>
        <c:minorTickMark val="none"/>
        <c:tickLblPos val="nextTo"/>
        <c:crossAx val="195838160"/>
        <c:crosses val="autoZero"/>
        <c:auto val="1"/>
        <c:lblAlgn val="ctr"/>
        <c:lblOffset val="100"/>
        <c:noMultiLvlLbl val="0"/>
      </c:catAx>
      <c:valAx>
        <c:axId val="195838160"/>
        <c:scaling>
          <c:orientation val="minMax"/>
        </c:scaling>
        <c:delete val="1"/>
        <c:axPos val="l"/>
        <c:numFmt formatCode="0.00%" sourceLinked="1"/>
        <c:majorTickMark val="none"/>
        <c:minorTickMark val="none"/>
        <c:tickLblPos val="nextTo"/>
        <c:crossAx val="19583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Sheet1!$A$2:$A$4</cx:f>
        <cx:lvl ptCount="3">
          <cx:pt idx="0">「兴趣-留资」</cx:pt>
          <cx:pt idx="1">「留资-试驾」</cx:pt>
          <cx:pt idx="2">「试驾-成交」</cx:pt>
        </cx:lvl>
      </cx:strDim>
      <cx:numDim type="size">
        <cx:f>Sheet1!$B$2:$B$4</cx:f>
        <cx:lvl ptCount="3" formatCode="General">
          <cx:pt idx="0">2.8999999999999999</cx:pt>
          <cx:pt idx="1">3</cx:pt>
          <cx:pt idx="2">4.5999999999999996</cx:pt>
        </cx:lvl>
      </cx:numDim>
    </cx:data>
  </cx:chartData>
  <cx:chart>
    <cx:title pos="t" align="ctr" overlay="0">
      <cx:tx>
        <cx:rich>
          <a:bodyPr rot="0" spcFirstLastPara="1" vertOverflow="ellipsis" vert="horz" wrap="square" lIns="38100" tIns="19050" rIns="38100" bIns="19050" anchor="ctr" anchorCtr="1" compatLnSpc="0"/>
          <a:lstStyle/>
          <a:p>
            <a:pPr algn="ctr" rtl="0">
              <a:defRPr sz="1000" b="0" i="0" u="none" strike="noStrike" kern="1200" spc="0" baseline="0">
                <a:solidFill>
                  <a:schemeClr val="tx1"/>
                </a:solidFill>
                <a:latin typeface="FZVariable-LanTingHeiK DemiBold" panose="02000600000000000000" pitchFamily="2" charset="-122"/>
                <a:ea typeface="FZVariable-LanTingHeiK DemiBold" panose="02000600000000000000" pitchFamily="2" charset="-122"/>
                <a:cs typeface="FZVariable-LanTingHeiK DemiBold" panose="02000600000000000000" pitchFamily="2" charset="-122"/>
              </a:defRPr>
            </a:pPr>
            <a:r>
              <a:rPr kumimoji="0" lang="zh-CN" altLang="en-US" sz="1000" b="0" i="0" u="none" strike="noStrike" kern="1200" cap="none" spc="0" normalizeH="0" baseline="0" noProof="0" dirty="0">
                <a:ln>
                  <a:noFill/>
                </a:ln>
                <a:solidFill>
                  <a:schemeClr val="tx1"/>
                </a:solidFill>
                <a:effectLst/>
                <a:uLnTx/>
                <a:uFillTx/>
                <a:latin typeface="FZVariable-LanTingHeiK DemiBold" panose="02000600000000000000" pitchFamily="2" charset="-122"/>
                <a:ea typeface="FZVariable-LanTingHeiK DemiBold" panose="02000600000000000000" pitchFamily="2" charset="-122"/>
              </a:rPr>
              <a:t>用户旅程各阶段搜索次数</a:t>
            </a:r>
          </a:p>
        </cx:rich>
      </cx:tx>
    </cx:title>
    <cx:plotArea>
      <cx:plotAreaRegion>
        <cx:series layoutId="sunburst" uniqueId="{0D9BD732-4287-434E-8B5E-A008229CF80B}">
          <cx:tx>
            <cx:txData>
              <cx:f>Sheet1!$B$1</cx:f>
              <cx:v>搜索次数</cx:v>
            </cx:txData>
          </cx:tx>
          <cx:dataPt idx="0">
            <cx:spPr>
              <a:solidFill>
                <a:srgbClr val="35FEB5"/>
              </a:solidFill>
            </cx:spPr>
          </cx:dataPt>
          <cx:dataPt idx="1">
            <cx:spPr>
              <a:solidFill>
                <a:srgbClr val="BEFEDA"/>
              </a:solidFill>
            </cx:spPr>
          </cx:dataPt>
          <cx:dataPt idx="2">
            <cx:spPr>
              <a:solidFill>
                <a:srgbClr val="2CDB77"/>
              </a:solidFill>
            </cx:spPr>
          </cx:dataPt>
          <cx:dataId val="0"/>
        </cx:series>
      </cx:plotAreaRegion>
    </cx:plotArea>
    <cx:legend pos="b" align="ctr" overlay="0">
      <cx:txPr>
        <a:bodyPr spcFirstLastPara="1" vertOverflow="ellipsis" horzOverflow="overflow" wrap="square" lIns="0" tIns="0" rIns="0" bIns="0" anchor="ctr" anchorCtr="1"/>
        <a:lstStyle/>
        <a:p>
          <a:pPr algn="ctr" rtl="0">
            <a:defRPr sz="800" b="0" i="0">
              <a:solidFill>
                <a:schemeClr val="tx1"/>
              </a:solidFill>
              <a:latin typeface="FZVariable-LanTingHeiK Normal" panose="02000600000000000000" pitchFamily="2" charset="-122"/>
              <a:ea typeface="FZVariable-LanTingHeiK Normal" panose="02000600000000000000" pitchFamily="2" charset="-122"/>
              <a:cs typeface="FZVariable-LanTingHeiK Normal" panose="02000600000000000000" pitchFamily="2" charset="-122"/>
            </a:defRPr>
          </a:pPr>
          <a:endParaRPr lang="zh-CN" altLang="en-US" sz="800" b="0" i="0" u="none" strike="noStrike" kern="1200" baseline="0">
            <a:solidFill>
              <a:schemeClr val="tx1"/>
            </a:solidFill>
            <a:latin typeface="FZVariable-LanTingHeiK Normal" panose="02000600000000000000" pitchFamily="2" charset="-122"/>
            <a:ea typeface="FZVariable-LanTingHeiK Normal" panose="02000600000000000000" pitchFamily="2" charset="-122"/>
          </a:endParaRPr>
        </a:p>
      </cx:txPr>
    </cx:legend>
  </cx:chart>
</cx: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1F73DD91-B4E3-EF47-BCF6-0572716C46AB}" type="datetimeFigureOut">
              <a:rPr kumimoji="1" lang="zh-CN" altLang="en-US" smtClean="0"/>
              <a:t>2025/8/4</a:t>
            </a:fld>
            <a:endParaRPr kumimoji="1" lang="zh-CN" altLang="en-US"/>
          </a:p>
        </p:txBody>
      </p:sp>
      <p:sp>
        <p:nvSpPr>
          <p:cNvPr id="4" name="幻灯片图像占位符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7DF7B560-77F2-8940-A143-E3A2AC32120B}" type="slidenum">
              <a:rPr kumimoji="1" lang="zh-CN" altLang="en-US" smtClean="0"/>
              <a:t>‹#›</a:t>
            </a:fld>
            <a:endParaRPr kumimoji="1" lang="zh-CN" altLang="en-US"/>
          </a:p>
        </p:txBody>
      </p:sp>
    </p:spTree>
    <p:extLst>
      <p:ext uri="{BB962C8B-B14F-4D97-AF65-F5344CB8AC3E}">
        <p14:creationId xmlns:p14="http://schemas.microsoft.com/office/powerpoint/2010/main" val="3043167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DF7B560-77F2-8940-A143-E3A2AC32120B}" type="slidenum">
              <a:rPr kumimoji="1" lang="zh-CN" altLang="en-US" smtClean="0"/>
              <a:t>1</a:t>
            </a:fld>
            <a:endParaRPr kumimoji="1" lang="zh-CN" altLang="en-US"/>
          </a:p>
        </p:txBody>
      </p:sp>
    </p:spTree>
    <p:extLst>
      <p:ext uri="{BB962C8B-B14F-4D97-AF65-F5344CB8AC3E}">
        <p14:creationId xmlns:p14="http://schemas.microsoft.com/office/powerpoint/2010/main" val="189639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7B408-F1DF-5099-1367-335C997782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7D020F-8DB4-EB68-0E26-9F85DA218E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DE3DE1-FC3C-2AF6-6981-4652FE759D25}"/>
              </a:ext>
            </a:extLst>
          </p:cNvPr>
          <p:cNvSpPr>
            <a:spLocks noGrp="1"/>
          </p:cNvSpPr>
          <p:nvPr>
            <p:ph type="body" idx="1"/>
          </p:nvPr>
        </p:nvSpPr>
        <p:spPr/>
        <p:txBody>
          <a:bodyPr/>
          <a:lstStyle/>
          <a:p>
            <a:r>
              <a:rPr lang="zh-CN" altLang="zh-CN" dirty="0"/>
              <a:t>车型价格越高，用户的决策周期越长</a:t>
            </a:r>
            <a:endParaRPr lang="zh-CN" altLang="en-US" dirty="0"/>
          </a:p>
        </p:txBody>
      </p:sp>
      <p:sp>
        <p:nvSpPr>
          <p:cNvPr id="4" name="灯片编号占位符 3">
            <a:extLst>
              <a:ext uri="{FF2B5EF4-FFF2-40B4-BE49-F238E27FC236}">
                <a16:creationId xmlns:a16="http://schemas.microsoft.com/office/drawing/2014/main" id="{5BF396E5-BA97-9FCD-FE9A-37F6BBE257E6}"/>
              </a:ext>
            </a:extLst>
          </p:cNvPr>
          <p:cNvSpPr>
            <a:spLocks noGrp="1"/>
          </p:cNvSpPr>
          <p:nvPr>
            <p:ph type="sldNum" sz="quarter" idx="5"/>
          </p:nvPr>
        </p:nvSpPr>
        <p:spPr/>
        <p:txBody>
          <a:bodyPr/>
          <a:lstStyle/>
          <a:p>
            <a:fld id="{7DF7B560-77F2-8940-A143-E3A2AC32120B}" type="slidenum">
              <a:rPr kumimoji="1" lang="zh-CN" altLang="en-US" smtClean="0"/>
              <a:t>2</a:t>
            </a:fld>
            <a:endParaRPr kumimoji="1" lang="zh-CN" altLang="en-US"/>
          </a:p>
        </p:txBody>
      </p:sp>
    </p:spTree>
    <p:extLst>
      <p:ext uri="{BB962C8B-B14F-4D97-AF65-F5344CB8AC3E}">
        <p14:creationId xmlns:p14="http://schemas.microsoft.com/office/powerpoint/2010/main" val="2215559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02278-90B9-7079-D41A-DFD5352281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608634-42CE-85FE-05E9-BB60E157BD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27A3DA-210F-2A93-89C1-799410D7DD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mn-lt"/>
                <a:ea typeface="+mn-ea"/>
                <a:cs typeface="+mn-cs"/>
              </a:rPr>
              <a:t>（尤其是竞品</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品牌等精准搜索），搜索相关行为占比最高，搜索次数达</a:t>
            </a:r>
            <a:r>
              <a:rPr lang="en-US" altLang="zh-CN" sz="1200" b="1" i="0" u="none" strike="noStrike" kern="1200" dirty="0">
                <a:solidFill>
                  <a:schemeClr val="tx1"/>
                </a:solidFill>
                <a:effectLst/>
                <a:latin typeface="+mn-lt"/>
                <a:ea typeface="+mn-ea"/>
                <a:cs typeface="+mn-cs"/>
              </a:rPr>
              <a:t>34%</a:t>
            </a:r>
            <a:r>
              <a:rPr lang="zh-CN" altLang="en-US" sz="1200" b="0" i="0" u="none" strike="noStrike" kern="1200" dirty="0">
                <a:solidFill>
                  <a:schemeClr val="tx1"/>
                </a:solidFill>
                <a:effectLst/>
                <a:latin typeface="+mn-lt"/>
                <a:ea typeface="+mn-ea"/>
                <a:cs typeface="+mn-cs"/>
              </a:rPr>
              <a:t>，搜后阅读达</a:t>
            </a:r>
            <a:r>
              <a:rPr lang="en-US" altLang="zh-CN" sz="1200" b="1" i="0" u="none" strike="noStrike" kern="1200" dirty="0">
                <a:solidFill>
                  <a:schemeClr val="tx1"/>
                </a:solidFill>
                <a:effectLst/>
                <a:latin typeface="+mn-lt"/>
                <a:ea typeface="+mn-ea"/>
                <a:cs typeface="+mn-cs"/>
              </a:rPr>
              <a:t>34%</a:t>
            </a:r>
            <a:endParaRPr lang="zh-CN" altLang="en-US" sz="1200" b="0" i="0" u="none" strike="noStrike"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BA94DC8A-624E-4B58-257E-8E722564B9F6}"/>
              </a:ext>
            </a:extLst>
          </p:cNvPr>
          <p:cNvSpPr>
            <a:spLocks noGrp="1"/>
          </p:cNvSpPr>
          <p:nvPr>
            <p:ph type="sldNum" sz="quarter" idx="5"/>
          </p:nvPr>
        </p:nvSpPr>
        <p:spPr/>
        <p:txBody>
          <a:bodyPr/>
          <a:lstStyle/>
          <a:p>
            <a:fld id="{7DF7B560-77F2-8940-A143-E3A2AC32120B}" type="slidenum">
              <a:rPr kumimoji="1" lang="zh-CN" altLang="en-US" smtClean="0"/>
              <a:t>3</a:t>
            </a:fld>
            <a:endParaRPr kumimoji="1" lang="zh-CN" altLang="en-US"/>
          </a:p>
        </p:txBody>
      </p:sp>
    </p:spTree>
    <p:extLst>
      <p:ext uri="{BB962C8B-B14F-4D97-AF65-F5344CB8AC3E}">
        <p14:creationId xmlns:p14="http://schemas.microsoft.com/office/powerpoint/2010/main" val="487600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D9126-1826-F384-931A-EE1592DDDD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3F831C-52D6-9086-B420-19C447986F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A190E7-CFD9-7DA9-A1C3-83628ECD8AE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F2A77C1-CD11-BDEC-CAD9-A71F0DF5A498}"/>
              </a:ext>
            </a:extLst>
          </p:cNvPr>
          <p:cNvSpPr>
            <a:spLocks noGrp="1"/>
          </p:cNvSpPr>
          <p:nvPr>
            <p:ph type="sldNum" sz="quarter" idx="5"/>
          </p:nvPr>
        </p:nvSpPr>
        <p:spPr/>
        <p:txBody>
          <a:bodyPr/>
          <a:lstStyle/>
          <a:p>
            <a:fld id="{1D754F76-461E-494E-BDB1-F7C7E963AF71}" type="slidenum">
              <a:rPr kumimoji="1" lang="zh-CN" altLang="en-US" smtClean="0"/>
              <a:t>4</a:t>
            </a:fld>
            <a:endParaRPr kumimoji="1" lang="zh-CN" altLang="en-US"/>
          </a:p>
        </p:txBody>
      </p:sp>
    </p:spTree>
    <p:extLst>
      <p:ext uri="{BB962C8B-B14F-4D97-AF65-F5344CB8AC3E}">
        <p14:creationId xmlns:p14="http://schemas.microsoft.com/office/powerpoint/2010/main" val="4278309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spc="-20" dirty="0">
                <a:solidFill>
                  <a:schemeClr val="tx1"/>
                </a:solidFill>
                <a:ea typeface="阿里巴巴普惠体 3.0 105 Heavy" panose="00020600040101010101" charset="-122"/>
              </a:rPr>
              <a:t>「场景→竞品→本品」</a:t>
            </a:r>
            <a:r>
              <a:rPr lang="zh-CN" altLang="en-US" sz="1200" spc="195" dirty="0">
                <a:solidFill>
                  <a:schemeClr val="tx1"/>
                </a:solidFill>
                <a:ea typeface="阿里巴巴普惠体 3.0 105 Heavy" panose="00020600040101010101" charset="-122"/>
              </a:rPr>
              <a:t> 用户搜索目的逐渐聚焦</a:t>
            </a:r>
            <a:endParaRPr lang="zh-CN" altLang="en-US" sz="1200" dirty="0">
              <a:solidFill>
                <a:schemeClr val="tx1"/>
              </a:solidFill>
              <a:ea typeface="阿里巴巴普惠体 3.0 105 Heavy" panose="00020600040101010101" charset="-122"/>
            </a:endParaRPr>
          </a:p>
          <a:p>
            <a:endParaRPr lang="zh-CN" altLang="en-US" dirty="0"/>
          </a:p>
        </p:txBody>
      </p:sp>
      <p:sp>
        <p:nvSpPr>
          <p:cNvPr id="4" name="灯片编号占位符 3"/>
          <p:cNvSpPr>
            <a:spLocks noGrp="1"/>
          </p:cNvSpPr>
          <p:nvPr>
            <p:ph type="sldNum" sz="quarter" idx="5"/>
          </p:nvPr>
        </p:nvSpPr>
        <p:spPr/>
        <p:txBody>
          <a:bodyPr/>
          <a:lstStyle/>
          <a:p>
            <a:fld id="{7DF7B560-77F2-8940-A143-E3A2AC32120B}" type="slidenum">
              <a:rPr kumimoji="1" lang="zh-CN" altLang="en-US" smtClean="0"/>
              <a:t>5</a:t>
            </a:fld>
            <a:endParaRPr kumimoji="1" lang="zh-CN" altLang="en-US"/>
          </a:p>
        </p:txBody>
      </p:sp>
    </p:spTree>
    <p:extLst>
      <p:ext uri="{BB962C8B-B14F-4D97-AF65-F5344CB8AC3E}">
        <p14:creationId xmlns:p14="http://schemas.microsoft.com/office/powerpoint/2010/main" val="2747075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DF7B560-77F2-8940-A143-E3A2AC32120B}" type="slidenum">
              <a:rPr kumimoji="1" lang="zh-CN" altLang="en-US" smtClean="0"/>
              <a:t>6</a:t>
            </a:fld>
            <a:endParaRPr kumimoji="1" lang="zh-CN" altLang="en-US"/>
          </a:p>
        </p:txBody>
      </p:sp>
    </p:spTree>
    <p:extLst>
      <p:ext uri="{BB962C8B-B14F-4D97-AF65-F5344CB8AC3E}">
        <p14:creationId xmlns:p14="http://schemas.microsoft.com/office/powerpoint/2010/main" val="2558757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0.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8198" y="1774687"/>
            <a:ext cx="18587703" cy="6985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3550" b="1" i="0">
                <a:solidFill>
                  <a:srgbClr val="1A1A1A"/>
                </a:solidFill>
                <a:latin typeface="阿里巴巴普惠体 3.0 105 Heavy" panose="00020600040101010101" charset="-122"/>
                <a:cs typeface="阿里巴巴普惠体 3.0 105 Heavy" panose="00020600040101010101" charset="-122"/>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3550" b="1" i="0">
                <a:solidFill>
                  <a:srgbClr val="1A1A1A"/>
                </a:solidFill>
                <a:latin typeface="阿里巴巴普惠体 3.0 105 Heavy" panose="00020600040101010101" charset="-122"/>
                <a:cs typeface="阿里巴巴普惠体 3.0 105 Heavy" panose="00020600040101010101" charset="-122"/>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extLst>
              <a:ext uri="{28A0092B-C50C-407E-A947-70E740481C1C}">
                <a14:useLocalDpi xmlns:a14="http://schemas.microsoft.com/office/drawing/2010/main"/>
              </a:ext>
            </a:extLst>
          </a:blip>
          <a:stretch>
            <a:fillRect/>
          </a:stretch>
        </p:blipFill>
        <p:spPr>
          <a:xfrm>
            <a:off x="2967867" y="5448211"/>
            <a:ext cx="14937345" cy="5860345"/>
          </a:xfrm>
          <a:prstGeom prst="rect">
            <a:avLst/>
          </a:prstGeom>
        </p:spPr>
      </p:pic>
      <p:sp>
        <p:nvSpPr>
          <p:cNvPr id="17" name="bg object 17"/>
          <p:cNvSpPr/>
          <p:nvPr/>
        </p:nvSpPr>
        <p:spPr>
          <a:xfrm>
            <a:off x="770894" y="961833"/>
            <a:ext cx="18562320" cy="0"/>
          </a:xfrm>
          <a:custGeom>
            <a:avLst/>
            <a:gdLst/>
            <a:ahLst/>
            <a:cxnLst/>
            <a:rect l="l" t="t" r="r" b="b"/>
            <a:pathLst>
              <a:path w="18562320">
                <a:moveTo>
                  <a:pt x="0" y="0"/>
                </a:moveTo>
                <a:lnTo>
                  <a:pt x="18562314" y="0"/>
                </a:lnTo>
              </a:path>
            </a:pathLst>
          </a:custGeom>
          <a:ln w="7853">
            <a:solidFill>
              <a:srgbClr val="FFFFFF"/>
            </a:solidFill>
          </a:ln>
        </p:spPr>
        <p:txBody>
          <a:bodyPr wrap="square" lIns="0" tIns="0" rIns="0" bIns="0" rtlCol="0"/>
          <a:lstStyle/>
          <a:p>
            <a:endParaRPr/>
          </a:p>
        </p:txBody>
      </p:sp>
      <p:pic>
        <p:nvPicPr>
          <p:cNvPr id="18" name="bg object 18"/>
          <p:cNvPicPr/>
          <p:nvPr/>
        </p:nvPicPr>
        <p:blipFill>
          <a:blip r:embed="rId3" cstate="print"/>
          <a:stretch>
            <a:fillRect/>
          </a:stretch>
        </p:blipFill>
        <p:spPr>
          <a:xfrm>
            <a:off x="18173217" y="530433"/>
            <a:ext cx="1061411" cy="341061"/>
          </a:xfrm>
          <a:prstGeom prst="rect">
            <a:avLst/>
          </a:prstGeom>
        </p:spPr>
      </p:pic>
      <p:pic>
        <p:nvPicPr>
          <p:cNvPr id="19" name="bg object 19"/>
          <p:cNvPicPr/>
          <p:nvPr/>
        </p:nvPicPr>
        <p:blipFill>
          <a:blip r:embed="rId4" cstate="print"/>
          <a:stretch>
            <a:fillRect/>
          </a:stretch>
        </p:blipFill>
        <p:spPr>
          <a:xfrm>
            <a:off x="781578" y="525452"/>
            <a:ext cx="106823" cy="138875"/>
          </a:xfrm>
          <a:prstGeom prst="rect">
            <a:avLst/>
          </a:prstGeom>
        </p:spPr>
      </p:pic>
      <p:sp>
        <p:nvSpPr>
          <p:cNvPr id="20" name="bg object 20"/>
          <p:cNvSpPr/>
          <p:nvPr/>
        </p:nvSpPr>
        <p:spPr>
          <a:xfrm>
            <a:off x="909764" y="536339"/>
            <a:ext cx="203200" cy="128270"/>
          </a:xfrm>
          <a:custGeom>
            <a:avLst/>
            <a:gdLst/>
            <a:ahLst/>
            <a:cxnLst/>
            <a:rect l="l" t="t" r="r" b="b"/>
            <a:pathLst>
              <a:path w="203200" h="128270">
                <a:moveTo>
                  <a:pt x="96139" y="111760"/>
                </a:moveTo>
                <a:lnTo>
                  <a:pt x="20269" y="111760"/>
                </a:lnTo>
                <a:lnTo>
                  <a:pt x="20269" y="69850"/>
                </a:lnTo>
                <a:lnTo>
                  <a:pt x="90424" y="69850"/>
                </a:lnTo>
                <a:lnTo>
                  <a:pt x="90424" y="54610"/>
                </a:lnTo>
                <a:lnTo>
                  <a:pt x="20269" y="54610"/>
                </a:lnTo>
                <a:lnTo>
                  <a:pt x="20269" y="16510"/>
                </a:lnTo>
                <a:lnTo>
                  <a:pt x="95516" y="16510"/>
                </a:lnTo>
                <a:lnTo>
                  <a:pt x="95516" y="0"/>
                </a:lnTo>
                <a:lnTo>
                  <a:pt x="0" y="0"/>
                </a:lnTo>
                <a:lnTo>
                  <a:pt x="0" y="16510"/>
                </a:lnTo>
                <a:lnTo>
                  <a:pt x="0" y="54610"/>
                </a:lnTo>
                <a:lnTo>
                  <a:pt x="0" y="69850"/>
                </a:lnTo>
                <a:lnTo>
                  <a:pt x="0" y="111760"/>
                </a:lnTo>
                <a:lnTo>
                  <a:pt x="0" y="128270"/>
                </a:lnTo>
                <a:lnTo>
                  <a:pt x="96139" y="128270"/>
                </a:lnTo>
                <a:lnTo>
                  <a:pt x="96139" y="111760"/>
                </a:lnTo>
                <a:close/>
              </a:path>
              <a:path w="203200" h="128270">
                <a:moveTo>
                  <a:pt x="202958" y="111760"/>
                </a:moveTo>
                <a:lnTo>
                  <a:pt x="135521" y="111760"/>
                </a:lnTo>
                <a:lnTo>
                  <a:pt x="135521" y="69850"/>
                </a:lnTo>
                <a:lnTo>
                  <a:pt x="197891" y="69850"/>
                </a:lnTo>
                <a:lnTo>
                  <a:pt x="197891" y="54610"/>
                </a:lnTo>
                <a:lnTo>
                  <a:pt x="135521" y="54610"/>
                </a:lnTo>
                <a:lnTo>
                  <a:pt x="135521" y="16510"/>
                </a:lnTo>
                <a:lnTo>
                  <a:pt x="202425" y="16510"/>
                </a:lnTo>
                <a:lnTo>
                  <a:pt x="202425" y="0"/>
                </a:lnTo>
                <a:lnTo>
                  <a:pt x="117500" y="0"/>
                </a:lnTo>
                <a:lnTo>
                  <a:pt x="117500" y="16510"/>
                </a:lnTo>
                <a:lnTo>
                  <a:pt x="117500" y="54610"/>
                </a:lnTo>
                <a:lnTo>
                  <a:pt x="117500" y="69850"/>
                </a:lnTo>
                <a:lnTo>
                  <a:pt x="117500" y="111760"/>
                </a:lnTo>
                <a:lnTo>
                  <a:pt x="117500" y="128270"/>
                </a:lnTo>
                <a:lnTo>
                  <a:pt x="202958" y="128270"/>
                </a:lnTo>
                <a:lnTo>
                  <a:pt x="202958" y="111760"/>
                </a:lnTo>
                <a:close/>
              </a:path>
            </a:pathLst>
          </a:custGeom>
          <a:solidFill>
            <a:srgbClr val="FFFFFF"/>
          </a:solidFill>
        </p:spPr>
        <p:txBody>
          <a:bodyPr wrap="square" lIns="0" tIns="0" rIns="0" bIns="0" rtlCol="0"/>
          <a:lstStyle/>
          <a:p>
            <a:endParaRPr/>
          </a:p>
        </p:txBody>
      </p:sp>
      <p:pic>
        <p:nvPicPr>
          <p:cNvPr id="21" name="bg object 21"/>
          <p:cNvPicPr/>
          <p:nvPr/>
        </p:nvPicPr>
        <p:blipFill>
          <a:blip r:embed="rId5" cstate="print"/>
          <a:stretch>
            <a:fillRect/>
          </a:stretch>
        </p:blipFill>
        <p:spPr>
          <a:xfrm>
            <a:off x="1134097" y="536138"/>
            <a:ext cx="106823" cy="128184"/>
          </a:xfrm>
          <a:prstGeom prst="rect">
            <a:avLst/>
          </a:prstGeom>
        </p:spPr>
      </p:pic>
      <p:sp>
        <p:nvSpPr>
          <p:cNvPr id="22" name="bg object 22"/>
          <p:cNvSpPr/>
          <p:nvPr/>
        </p:nvSpPr>
        <p:spPr>
          <a:xfrm>
            <a:off x="770890" y="707065"/>
            <a:ext cx="780415" cy="139065"/>
          </a:xfrm>
          <a:custGeom>
            <a:avLst/>
            <a:gdLst/>
            <a:ahLst/>
            <a:cxnLst/>
            <a:rect l="l" t="t" r="r" b="b"/>
            <a:pathLst>
              <a:path w="780415" h="139065">
                <a:moveTo>
                  <a:pt x="128193" y="128193"/>
                </a:moveTo>
                <a:lnTo>
                  <a:pt x="112344" y="90233"/>
                </a:lnTo>
                <a:lnTo>
                  <a:pt x="105537" y="73952"/>
                </a:lnTo>
                <a:lnTo>
                  <a:pt x="84709" y="24091"/>
                </a:lnTo>
                <a:lnTo>
                  <a:pt x="84709" y="73952"/>
                </a:lnTo>
                <a:lnTo>
                  <a:pt x="42316" y="73952"/>
                </a:lnTo>
                <a:lnTo>
                  <a:pt x="63690" y="18910"/>
                </a:lnTo>
                <a:lnTo>
                  <a:pt x="84709" y="73952"/>
                </a:lnTo>
                <a:lnTo>
                  <a:pt x="84709" y="24091"/>
                </a:lnTo>
                <a:lnTo>
                  <a:pt x="82550" y="18910"/>
                </a:lnTo>
                <a:lnTo>
                  <a:pt x="74650" y="0"/>
                </a:lnTo>
                <a:lnTo>
                  <a:pt x="53276" y="0"/>
                </a:lnTo>
                <a:lnTo>
                  <a:pt x="0" y="128193"/>
                </a:lnTo>
                <a:lnTo>
                  <a:pt x="20764" y="128193"/>
                </a:lnTo>
                <a:lnTo>
                  <a:pt x="35826" y="90233"/>
                </a:lnTo>
                <a:lnTo>
                  <a:pt x="91198" y="90233"/>
                </a:lnTo>
                <a:lnTo>
                  <a:pt x="105892" y="128193"/>
                </a:lnTo>
                <a:lnTo>
                  <a:pt x="128193" y="128193"/>
                </a:lnTo>
                <a:close/>
              </a:path>
              <a:path w="780415" h="139065">
                <a:moveTo>
                  <a:pt x="288429" y="0"/>
                </a:moveTo>
                <a:lnTo>
                  <a:pt x="268401" y="0"/>
                </a:lnTo>
                <a:lnTo>
                  <a:pt x="242023" y="102273"/>
                </a:lnTo>
                <a:lnTo>
                  <a:pt x="213347" y="0"/>
                </a:lnTo>
                <a:lnTo>
                  <a:pt x="192417" y="0"/>
                </a:lnTo>
                <a:lnTo>
                  <a:pt x="163372" y="102222"/>
                </a:lnTo>
                <a:lnTo>
                  <a:pt x="137896" y="0"/>
                </a:lnTo>
                <a:lnTo>
                  <a:pt x="117500" y="0"/>
                </a:lnTo>
                <a:lnTo>
                  <a:pt x="152171" y="128181"/>
                </a:lnTo>
                <a:lnTo>
                  <a:pt x="172326" y="128181"/>
                </a:lnTo>
                <a:lnTo>
                  <a:pt x="202387" y="24650"/>
                </a:lnTo>
                <a:lnTo>
                  <a:pt x="232092" y="128181"/>
                </a:lnTo>
                <a:lnTo>
                  <a:pt x="252247" y="128181"/>
                </a:lnTo>
                <a:lnTo>
                  <a:pt x="288429" y="0"/>
                </a:lnTo>
                <a:close/>
              </a:path>
              <a:path w="780415" h="139065">
                <a:moveTo>
                  <a:pt x="405942" y="128193"/>
                </a:moveTo>
                <a:lnTo>
                  <a:pt x="391401" y="90233"/>
                </a:lnTo>
                <a:lnTo>
                  <a:pt x="385178" y="73952"/>
                </a:lnTo>
                <a:lnTo>
                  <a:pt x="366077" y="24053"/>
                </a:lnTo>
                <a:lnTo>
                  <a:pt x="366077" y="73952"/>
                </a:lnTo>
                <a:lnTo>
                  <a:pt x="327215" y="73952"/>
                </a:lnTo>
                <a:lnTo>
                  <a:pt x="346811" y="18910"/>
                </a:lnTo>
                <a:lnTo>
                  <a:pt x="366077" y="73952"/>
                </a:lnTo>
                <a:lnTo>
                  <a:pt x="366077" y="24053"/>
                </a:lnTo>
                <a:lnTo>
                  <a:pt x="364109" y="18910"/>
                </a:lnTo>
                <a:lnTo>
                  <a:pt x="356857" y="0"/>
                </a:lnTo>
                <a:lnTo>
                  <a:pt x="337273" y="0"/>
                </a:lnTo>
                <a:lnTo>
                  <a:pt x="288417" y="128193"/>
                </a:lnTo>
                <a:lnTo>
                  <a:pt x="307454" y="128193"/>
                </a:lnTo>
                <a:lnTo>
                  <a:pt x="321271" y="90233"/>
                </a:lnTo>
                <a:lnTo>
                  <a:pt x="372021" y="90233"/>
                </a:lnTo>
                <a:lnTo>
                  <a:pt x="385495" y="128193"/>
                </a:lnTo>
                <a:lnTo>
                  <a:pt x="405942" y="128193"/>
                </a:lnTo>
                <a:close/>
              </a:path>
              <a:path w="780415" h="139065">
                <a:moveTo>
                  <a:pt x="534123" y="128181"/>
                </a:moveTo>
                <a:lnTo>
                  <a:pt x="524929" y="98501"/>
                </a:lnTo>
                <a:lnTo>
                  <a:pt x="524725" y="95351"/>
                </a:lnTo>
                <a:lnTo>
                  <a:pt x="505879" y="66128"/>
                </a:lnTo>
                <a:lnTo>
                  <a:pt x="512978" y="63779"/>
                </a:lnTo>
                <a:lnTo>
                  <a:pt x="518337" y="59982"/>
                </a:lnTo>
                <a:lnTo>
                  <a:pt x="519633" y="58039"/>
                </a:lnTo>
                <a:lnTo>
                  <a:pt x="521792" y="54775"/>
                </a:lnTo>
                <a:lnTo>
                  <a:pt x="525754" y="48882"/>
                </a:lnTo>
                <a:lnTo>
                  <a:pt x="527735" y="41935"/>
                </a:lnTo>
                <a:lnTo>
                  <a:pt x="527735" y="34099"/>
                </a:lnTo>
                <a:lnTo>
                  <a:pt x="526986" y="26619"/>
                </a:lnTo>
                <a:lnTo>
                  <a:pt x="524789" y="19939"/>
                </a:lnTo>
                <a:lnTo>
                  <a:pt x="522490" y="16268"/>
                </a:lnTo>
                <a:lnTo>
                  <a:pt x="521131" y="14097"/>
                </a:lnTo>
                <a:lnTo>
                  <a:pt x="516039" y="9105"/>
                </a:lnTo>
                <a:lnTo>
                  <a:pt x="509663" y="5143"/>
                </a:lnTo>
                <a:lnTo>
                  <a:pt x="506768" y="4051"/>
                </a:lnTo>
                <a:lnTo>
                  <a:pt x="506768" y="30708"/>
                </a:lnTo>
                <a:lnTo>
                  <a:pt x="506768" y="41198"/>
                </a:lnTo>
                <a:lnTo>
                  <a:pt x="505942" y="44754"/>
                </a:lnTo>
                <a:lnTo>
                  <a:pt x="502627" y="50139"/>
                </a:lnTo>
                <a:lnTo>
                  <a:pt x="500380" y="52374"/>
                </a:lnTo>
                <a:lnTo>
                  <a:pt x="497573" y="53911"/>
                </a:lnTo>
                <a:lnTo>
                  <a:pt x="494753" y="55524"/>
                </a:lnTo>
                <a:lnTo>
                  <a:pt x="491439" y="56667"/>
                </a:lnTo>
                <a:lnTo>
                  <a:pt x="487667" y="57188"/>
                </a:lnTo>
                <a:lnTo>
                  <a:pt x="483831" y="57759"/>
                </a:lnTo>
                <a:lnTo>
                  <a:pt x="479742" y="58039"/>
                </a:lnTo>
                <a:lnTo>
                  <a:pt x="437705" y="58039"/>
                </a:lnTo>
                <a:lnTo>
                  <a:pt x="437705" y="16319"/>
                </a:lnTo>
                <a:lnTo>
                  <a:pt x="491312" y="16319"/>
                </a:lnTo>
                <a:lnTo>
                  <a:pt x="497433" y="18224"/>
                </a:lnTo>
                <a:lnTo>
                  <a:pt x="501154" y="21932"/>
                </a:lnTo>
                <a:lnTo>
                  <a:pt x="504863" y="25730"/>
                </a:lnTo>
                <a:lnTo>
                  <a:pt x="506768" y="30708"/>
                </a:lnTo>
                <a:lnTo>
                  <a:pt x="506768" y="4051"/>
                </a:lnTo>
                <a:lnTo>
                  <a:pt x="502170" y="2298"/>
                </a:lnTo>
                <a:lnTo>
                  <a:pt x="493572" y="571"/>
                </a:lnTo>
                <a:lnTo>
                  <a:pt x="483895" y="0"/>
                </a:lnTo>
                <a:lnTo>
                  <a:pt x="416610" y="0"/>
                </a:lnTo>
                <a:lnTo>
                  <a:pt x="416610" y="128181"/>
                </a:lnTo>
                <a:lnTo>
                  <a:pt x="437705" y="128181"/>
                </a:lnTo>
                <a:lnTo>
                  <a:pt x="437705" y="74371"/>
                </a:lnTo>
                <a:lnTo>
                  <a:pt x="486587" y="74371"/>
                </a:lnTo>
                <a:lnTo>
                  <a:pt x="502437" y="87604"/>
                </a:lnTo>
                <a:lnTo>
                  <a:pt x="503199" y="90297"/>
                </a:lnTo>
                <a:lnTo>
                  <a:pt x="503834" y="93230"/>
                </a:lnTo>
                <a:lnTo>
                  <a:pt x="504418" y="96266"/>
                </a:lnTo>
                <a:lnTo>
                  <a:pt x="505053" y="99237"/>
                </a:lnTo>
                <a:lnTo>
                  <a:pt x="505434" y="102336"/>
                </a:lnTo>
                <a:lnTo>
                  <a:pt x="506069" y="117182"/>
                </a:lnTo>
                <a:lnTo>
                  <a:pt x="506387" y="119761"/>
                </a:lnTo>
                <a:lnTo>
                  <a:pt x="507339" y="124409"/>
                </a:lnTo>
                <a:lnTo>
                  <a:pt x="508304" y="126352"/>
                </a:lnTo>
                <a:lnTo>
                  <a:pt x="509778" y="127838"/>
                </a:lnTo>
                <a:lnTo>
                  <a:pt x="510159" y="128181"/>
                </a:lnTo>
                <a:lnTo>
                  <a:pt x="534123" y="128181"/>
                </a:lnTo>
                <a:close/>
              </a:path>
              <a:path w="780415" h="139065">
                <a:moveTo>
                  <a:pt x="630237" y="83007"/>
                </a:moveTo>
                <a:close/>
              </a:path>
              <a:path w="780415" h="139065">
                <a:moveTo>
                  <a:pt x="651637" y="61163"/>
                </a:moveTo>
                <a:lnTo>
                  <a:pt x="642505" y="23749"/>
                </a:lnTo>
                <a:lnTo>
                  <a:pt x="632612" y="13093"/>
                </a:lnTo>
                <a:lnTo>
                  <a:pt x="632612" y="56070"/>
                </a:lnTo>
                <a:lnTo>
                  <a:pt x="632612" y="71081"/>
                </a:lnTo>
                <a:lnTo>
                  <a:pt x="631799" y="77673"/>
                </a:lnTo>
                <a:lnTo>
                  <a:pt x="630237" y="83007"/>
                </a:lnTo>
                <a:lnTo>
                  <a:pt x="630123" y="83172"/>
                </a:lnTo>
                <a:lnTo>
                  <a:pt x="628611" y="88290"/>
                </a:lnTo>
                <a:lnTo>
                  <a:pt x="595147" y="111734"/>
                </a:lnTo>
                <a:lnTo>
                  <a:pt x="592785" y="111912"/>
                </a:lnTo>
                <a:lnTo>
                  <a:pt x="563880" y="111912"/>
                </a:lnTo>
                <a:lnTo>
                  <a:pt x="563880" y="16281"/>
                </a:lnTo>
                <a:lnTo>
                  <a:pt x="598906" y="16281"/>
                </a:lnTo>
                <a:lnTo>
                  <a:pt x="631863" y="49352"/>
                </a:lnTo>
                <a:lnTo>
                  <a:pt x="632612" y="56070"/>
                </a:lnTo>
                <a:lnTo>
                  <a:pt x="632612" y="13093"/>
                </a:lnTo>
                <a:lnTo>
                  <a:pt x="626529" y="8585"/>
                </a:lnTo>
                <a:lnTo>
                  <a:pt x="615873" y="3860"/>
                </a:lnTo>
                <a:lnTo>
                  <a:pt x="603504" y="1003"/>
                </a:lnTo>
                <a:lnTo>
                  <a:pt x="589483" y="50"/>
                </a:lnTo>
                <a:lnTo>
                  <a:pt x="544804" y="0"/>
                </a:lnTo>
                <a:lnTo>
                  <a:pt x="544804" y="128181"/>
                </a:lnTo>
                <a:lnTo>
                  <a:pt x="589483" y="128181"/>
                </a:lnTo>
                <a:lnTo>
                  <a:pt x="597217" y="127901"/>
                </a:lnTo>
                <a:lnTo>
                  <a:pt x="635635" y="111912"/>
                </a:lnTo>
                <a:lnTo>
                  <a:pt x="650722" y="76263"/>
                </a:lnTo>
                <a:lnTo>
                  <a:pt x="651408" y="68922"/>
                </a:lnTo>
                <a:lnTo>
                  <a:pt x="651637" y="61163"/>
                </a:lnTo>
                <a:close/>
              </a:path>
              <a:path w="780415" h="139065">
                <a:moveTo>
                  <a:pt x="779830" y="92392"/>
                </a:moveTo>
                <a:lnTo>
                  <a:pt x="744499" y="62928"/>
                </a:lnTo>
                <a:lnTo>
                  <a:pt x="710869" y="55854"/>
                </a:lnTo>
                <a:lnTo>
                  <a:pt x="705980" y="54546"/>
                </a:lnTo>
                <a:lnTo>
                  <a:pt x="697572" y="51447"/>
                </a:lnTo>
                <a:lnTo>
                  <a:pt x="694182" y="49491"/>
                </a:lnTo>
                <a:lnTo>
                  <a:pt x="689356" y="44805"/>
                </a:lnTo>
                <a:lnTo>
                  <a:pt x="688187" y="41897"/>
                </a:lnTo>
                <a:lnTo>
                  <a:pt x="688187" y="34048"/>
                </a:lnTo>
                <a:lnTo>
                  <a:pt x="715162" y="16865"/>
                </a:lnTo>
                <a:lnTo>
                  <a:pt x="728662" y="16865"/>
                </a:lnTo>
                <a:lnTo>
                  <a:pt x="736612" y="18948"/>
                </a:lnTo>
                <a:lnTo>
                  <a:pt x="748741" y="26974"/>
                </a:lnTo>
                <a:lnTo>
                  <a:pt x="752322" y="33566"/>
                </a:lnTo>
                <a:lnTo>
                  <a:pt x="753491" y="43611"/>
                </a:lnTo>
                <a:lnTo>
                  <a:pt x="773887" y="43611"/>
                </a:lnTo>
                <a:lnTo>
                  <a:pt x="752779" y="6642"/>
                </a:lnTo>
                <a:lnTo>
                  <a:pt x="727290" y="0"/>
                </a:lnTo>
                <a:lnTo>
                  <a:pt x="713206" y="0"/>
                </a:lnTo>
                <a:lnTo>
                  <a:pt x="674293" y="16751"/>
                </a:lnTo>
                <a:lnTo>
                  <a:pt x="666673" y="32562"/>
                </a:lnTo>
                <a:lnTo>
                  <a:pt x="666673" y="45516"/>
                </a:lnTo>
                <a:lnTo>
                  <a:pt x="702132" y="72618"/>
                </a:lnTo>
                <a:lnTo>
                  <a:pt x="735558" y="79565"/>
                </a:lnTo>
                <a:lnTo>
                  <a:pt x="740460" y="80987"/>
                </a:lnTo>
                <a:lnTo>
                  <a:pt x="748931" y="84378"/>
                </a:lnTo>
                <a:lnTo>
                  <a:pt x="752259" y="86639"/>
                </a:lnTo>
                <a:lnTo>
                  <a:pt x="757148" y="91808"/>
                </a:lnTo>
                <a:lnTo>
                  <a:pt x="758380" y="95313"/>
                </a:lnTo>
                <a:lnTo>
                  <a:pt x="758380" y="104051"/>
                </a:lnTo>
                <a:lnTo>
                  <a:pt x="721741" y="122148"/>
                </a:lnTo>
                <a:lnTo>
                  <a:pt x="714743" y="121627"/>
                </a:lnTo>
                <a:lnTo>
                  <a:pt x="682777" y="97091"/>
                </a:lnTo>
                <a:lnTo>
                  <a:pt x="682777" y="90678"/>
                </a:lnTo>
                <a:lnTo>
                  <a:pt x="662305" y="90678"/>
                </a:lnTo>
                <a:lnTo>
                  <a:pt x="662305" y="99885"/>
                </a:lnTo>
                <a:lnTo>
                  <a:pt x="663943" y="106959"/>
                </a:lnTo>
                <a:lnTo>
                  <a:pt x="692365" y="134239"/>
                </a:lnTo>
                <a:lnTo>
                  <a:pt x="714641" y="138861"/>
                </a:lnTo>
                <a:lnTo>
                  <a:pt x="729310" y="138861"/>
                </a:lnTo>
                <a:lnTo>
                  <a:pt x="766521" y="126619"/>
                </a:lnTo>
                <a:lnTo>
                  <a:pt x="779830" y="106133"/>
                </a:lnTo>
                <a:lnTo>
                  <a:pt x="779830" y="92392"/>
                </a:lnTo>
                <a:close/>
              </a:path>
            </a:pathLst>
          </a:custGeom>
          <a:solidFill>
            <a:srgbClr val="FFFFFF"/>
          </a:solidFill>
        </p:spPr>
        <p:txBody>
          <a:bodyPr wrap="square" lIns="0" tIns="0" rIns="0" bIns="0" rtlCol="0"/>
          <a:lstStyle/>
          <a:p>
            <a:endParaRPr/>
          </a:p>
        </p:txBody>
      </p:sp>
      <p:pic>
        <p:nvPicPr>
          <p:cNvPr id="23" name="bg object 23"/>
          <p:cNvPicPr/>
          <p:nvPr/>
        </p:nvPicPr>
        <p:blipFill>
          <a:blip r:embed="rId6" cstate="print"/>
          <a:stretch>
            <a:fillRect/>
          </a:stretch>
        </p:blipFill>
        <p:spPr>
          <a:xfrm>
            <a:off x="1305019" y="525453"/>
            <a:ext cx="138870" cy="138875"/>
          </a:xfrm>
          <a:prstGeom prst="rect">
            <a:avLst/>
          </a:prstGeom>
        </p:spPr>
      </p:pic>
      <p:pic>
        <p:nvPicPr>
          <p:cNvPr id="24" name="bg object 24"/>
          <p:cNvPicPr/>
          <p:nvPr/>
        </p:nvPicPr>
        <p:blipFill>
          <a:blip r:embed="rId7" cstate="print"/>
          <a:stretch>
            <a:fillRect/>
          </a:stretch>
        </p:blipFill>
        <p:spPr>
          <a:xfrm>
            <a:off x="1465252" y="525453"/>
            <a:ext cx="427301" cy="138876"/>
          </a:xfrm>
          <a:prstGeom prst="rect">
            <a:avLst/>
          </a:prstGeom>
        </p:spPr>
      </p:pic>
      <p:pic>
        <p:nvPicPr>
          <p:cNvPr id="25" name="bg object 25"/>
          <p:cNvPicPr/>
          <p:nvPr/>
        </p:nvPicPr>
        <p:blipFill>
          <a:blip r:embed="rId8" cstate="print">
            <a:extLst>
              <a:ext uri="{28A0092B-C50C-407E-A947-70E740481C1C}">
                <a14:useLocalDpi xmlns:a14="http://schemas.microsoft.com/office/drawing/2010/main"/>
              </a:ext>
            </a:extLst>
          </a:blip>
          <a:stretch>
            <a:fillRect/>
          </a:stretch>
        </p:blipFill>
        <p:spPr>
          <a:xfrm>
            <a:off x="768981" y="524381"/>
            <a:ext cx="1125829" cy="321665"/>
          </a:xfrm>
          <a:prstGeom prst="rect">
            <a:avLst/>
          </a:prstGeom>
        </p:spPr>
      </p:pic>
      <p:sp>
        <p:nvSpPr>
          <p:cNvPr id="2" name="Holder 2"/>
          <p:cNvSpPr>
            <a:spLocks noGrp="1"/>
          </p:cNvSpPr>
          <p:nvPr>
            <p:ph type="title"/>
          </p:nvPr>
        </p:nvSpPr>
        <p:spPr/>
        <p:txBody>
          <a:bodyPr lIns="0" tIns="0" rIns="0" bIns="0"/>
          <a:lstStyle>
            <a:lvl1pPr>
              <a:defRPr sz="13550" b="1" i="0">
                <a:solidFill>
                  <a:srgbClr val="1A1A1A"/>
                </a:solidFill>
                <a:latin typeface="阿里巴巴普惠体 3.0 105 Heavy" panose="00020600040101010101" charset="-122"/>
                <a:cs typeface="阿里巴巴普惠体 3.0 105 Heavy" panose="00020600040101010101" charset="-122"/>
              </a:defRPr>
            </a:lvl1pPr>
          </a:lstStyle>
          <a:p>
            <a:endParaRPr/>
          </a:p>
        </p:txBody>
      </p:sp>
      <p:sp>
        <p:nvSpPr>
          <p:cNvPr id="3" name="Holder 3"/>
          <p:cNvSpPr>
            <a:spLocks noGrp="1"/>
          </p:cNvSpPr>
          <p:nvPr>
            <p:ph type="ftr" sz="quarter" idx="5"/>
          </p:nvPr>
        </p:nvSpPr>
        <p:spPr/>
        <p:txBody>
          <a:bodyPr lIns="0" tIns="0" rIns="0" bIns="0"/>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06528" y="680664"/>
            <a:ext cx="5263307" cy="1846757"/>
          </a:xfrm>
          <a:prstGeom prst="rect">
            <a:avLst/>
          </a:prstGeom>
        </p:spPr>
      </p:pic>
      <p:sp>
        <p:nvSpPr>
          <p:cNvPr id="17" name="bg object 17"/>
          <p:cNvSpPr/>
          <p:nvPr/>
        </p:nvSpPr>
        <p:spPr>
          <a:xfrm>
            <a:off x="6171249" y="961833"/>
            <a:ext cx="13162280" cy="0"/>
          </a:xfrm>
          <a:custGeom>
            <a:avLst/>
            <a:gdLst/>
            <a:ahLst/>
            <a:cxnLst/>
            <a:rect l="l" t="t" r="r" b="b"/>
            <a:pathLst>
              <a:path w="13162280">
                <a:moveTo>
                  <a:pt x="0" y="0"/>
                </a:moveTo>
                <a:lnTo>
                  <a:pt x="13161955" y="0"/>
                </a:lnTo>
              </a:path>
            </a:pathLst>
          </a:custGeom>
          <a:ln w="3175">
            <a:solidFill>
              <a:srgbClr val="333333"/>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ED01F31-8569-40FD-BADA-A1A007528BEF}"/>
              </a:ext>
            </a:extLst>
          </p:cNvPr>
          <p:cNvGraphicFramePr>
            <a:graphicFrameLocks noChangeAspect="1"/>
          </p:cNvGraphicFramePr>
          <p:nvPr userDrawn="1">
            <p:custDataLst>
              <p:tags r:id="rId1"/>
            </p:custDataLst>
            <p:extLst>
              <p:ext uri="{D42A27DB-BD31-4B8C-83A1-F6EECF244321}">
                <p14:modId xmlns:p14="http://schemas.microsoft.com/office/powerpoint/2010/main" val="15370956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426" imgH="426" progId="TCLayout.ActiveDocument.1">
                  <p:embed/>
                </p:oleObj>
              </mc:Choice>
              <mc:Fallback>
                <p:oleObj name="think-cell 幻灯片" r:id="rId3" imgW="426" imgH="426" progId="TCLayout.ActiveDocument.1">
                  <p:embed/>
                  <p:pic>
                    <p:nvPicPr>
                      <p:cNvPr id="7" name="think-cell data - do not delete" hidden="1">
                        <a:extLst>
                          <a:ext uri="{FF2B5EF4-FFF2-40B4-BE49-F238E27FC236}">
                            <a16:creationId xmlns:a16="http://schemas.microsoft.com/office/drawing/2014/main" id="{6ED01F31-8569-40FD-BADA-A1A007528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202814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291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19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B4D366-F5BF-7CD7-9AFB-6B7AB4206345}"/>
              </a:ext>
            </a:extLst>
          </p:cNvPr>
          <p:cNvGraphicFramePr>
            <a:graphicFrameLocks noChangeAspect="1"/>
          </p:cNvGraphicFramePr>
          <p:nvPr userDrawn="1">
            <p:custDataLst>
              <p:tags r:id="rId10"/>
            </p:custDataLst>
            <p:extLst>
              <p:ext uri="{D42A27DB-BD31-4B8C-83A1-F6EECF244321}">
                <p14:modId xmlns:p14="http://schemas.microsoft.com/office/powerpoint/2010/main" val="8854312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1" imgW="7772400" imgH="10058400" progId="TCLayout.ActiveDocument.1">
                  <p:embed/>
                </p:oleObj>
              </mc:Choice>
              <mc:Fallback>
                <p:oleObj name="think-cell 幻灯片" r:id="rId11" imgW="7772400" imgH="10058400" progId="TCLayout.ActiveDocument.1">
                  <p:embed/>
                  <p:pic>
                    <p:nvPicPr>
                      <p:cNvPr id="0" name=""/>
                      <p:cNvPicPr/>
                      <p:nvPr/>
                    </p:nvPicPr>
                    <p:blipFill>
                      <a:blip r:embed="rId12"/>
                      <a:stretch>
                        <a:fillRect/>
                      </a:stretch>
                    </p:blipFill>
                    <p:spPr>
                      <a:xfrm>
                        <a:off x="1588" y="1588"/>
                        <a:ext cx="1227" cy="1588"/>
                      </a:xfrm>
                      <a:prstGeom prst="rect">
                        <a:avLst/>
                      </a:prstGeom>
                    </p:spPr>
                  </p:pic>
                </p:oleObj>
              </mc:Fallback>
            </mc:AlternateContent>
          </a:graphicData>
        </a:graphic>
      </p:graphicFrame>
      <p:sp>
        <p:nvSpPr>
          <p:cNvPr id="2" name="Holder 2"/>
          <p:cNvSpPr>
            <a:spLocks noGrp="1"/>
          </p:cNvSpPr>
          <p:nvPr>
            <p:ph type="title"/>
          </p:nvPr>
        </p:nvSpPr>
        <p:spPr>
          <a:xfrm>
            <a:off x="5611545" y="3365677"/>
            <a:ext cx="8881009" cy="2096770"/>
          </a:xfrm>
          <a:prstGeom prst="rect">
            <a:avLst/>
          </a:prstGeom>
        </p:spPr>
        <p:txBody>
          <a:bodyPr wrap="square" lIns="0" tIns="0" rIns="0" bIns="0">
            <a:spAutoFit/>
          </a:bodyPr>
          <a:lstStyle>
            <a:lvl1pPr>
              <a:defRPr sz="13550" b="1" i="0">
                <a:solidFill>
                  <a:srgbClr val="1A1A1A"/>
                </a:solidFill>
                <a:latin typeface="阿里巴巴普惠体 3.0 105 Heavy" panose="00020600040101010101" charset="-122"/>
                <a:cs typeface="阿里巴巴普惠体 3.0 105 Heavy" panose="00020600040101010101" charset="-122"/>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81936" y="10607231"/>
            <a:ext cx="4018915" cy="341629"/>
          </a:xfrm>
          <a:prstGeom prst="rect">
            <a:avLst/>
          </a:prstGeom>
        </p:spPr>
        <p:txBody>
          <a:bodyPr wrap="square" lIns="0" tIns="0" rIns="0" bIns="0">
            <a:spAutoFit/>
          </a:bodyPr>
          <a:lstStyle>
            <a:lvl1pPr>
              <a:defRPr sz="1750" b="0" i="0">
                <a:solidFill>
                  <a:schemeClr val="tx1"/>
                </a:solidFill>
                <a:latin typeface="阿里巴巴普惠体 3.0 55 Regular" panose="00020600040101010101" charset="-122"/>
                <a:cs typeface="阿里巴巴普惠体 3.0 55 Regular" panose="00020600040101010101" charset="-122"/>
              </a:defRPr>
            </a:lvl1pPr>
          </a:lstStyle>
          <a:p>
            <a:pPr marL="12700">
              <a:lnSpc>
                <a:spcPct val="100000"/>
              </a:lnSpc>
              <a:spcBef>
                <a:spcPts val="230"/>
              </a:spcBef>
            </a:pPr>
            <a:r>
              <a:rPr dirty="0"/>
              <a:t>相关数据，均需明确标注数据出处及来</a:t>
            </a:r>
            <a:r>
              <a:rPr spc="-50" dirty="0"/>
              <a:t>源</a:t>
            </a: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8/4/25</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8" r:id="rId6"/>
    <p:sldLayoutId id="2147483659" r:id="rId7"/>
    <p:sldLayoutId id="2147483660"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26.svg"/><Relationship Id="rId26" Type="http://schemas.openxmlformats.org/officeDocument/2006/relationships/image" Target="../media/image34.svg"/><Relationship Id="rId39" Type="http://schemas.openxmlformats.org/officeDocument/2006/relationships/image" Target="../media/image47.jpeg"/><Relationship Id="rId21" Type="http://schemas.openxmlformats.org/officeDocument/2006/relationships/image" Target="../media/image29.png"/><Relationship Id="rId34" Type="http://schemas.openxmlformats.org/officeDocument/2006/relationships/image" Target="../media/image42.jpeg"/><Relationship Id="rId42" Type="http://schemas.openxmlformats.org/officeDocument/2006/relationships/image" Target="../media/image50.jpeg"/><Relationship Id="rId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24.svg"/><Relationship Id="rId29"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png"/><Relationship Id="rId24" Type="http://schemas.openxmlformats.org/officeDocument/2006/relationships/image" Target="../media/image32.svg"/><Relationship Id="rId32" Type="http://schemas.openxmlformats.org/officeDocument/2006/relationships/image" Target="../media/image40.png"/><Relationship Id="rId37" Type="http://schemas.openxmlformats.org/officeDocument/2006/relationships/image" Target="../media/image45.jpeg"/><Relationship Id="rId40" Type="http://schemas.openxmlformats.org/officeDocument/2006/relationships/image" Target="../media/image48.jpeg"/><Relationship Id="rId45" Type="http://schemas.openxmlformats.org/officeDocument/2006/relationships/image" Target="../media/image53.sv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svg"/><Relationship Id="rId36" Type="http://schemas.openxmlformats.org/officeDocument/2006/relationships/image" Target="../media/image44.png"/><Relationship Id="rId10" Type="http://schemas.openxmlformats.org/officeDocument/2006/relationships/image" Target="../media/image18.svg"/><Relationship Id="rId19" Type="http://schemas.openxmlformats.org/officeDocument/2006/relationships/image" Target="../media/image27.png"/><Relationship Id="rId31" Type="http://schemas.openxmlformats.org/officeDocument/2006/relationships/image" Target="../media/image39.png"/><Relationship Id="rId44" Type="http://schemas.openxmlformats.org/officeDocument/2006/relationships/image" Target="../media/image52.pn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 Id="rId22" Type="http://schemas.openxmlformats.org/officeDocument/2006/relationships/image" Target="../media/image30.sv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8" Type="http://schemas.openxmlformats.org/officeDocument/2006/relationships/image" Target="../media/image16.svg"/><Relationship Id="rId3" Type="http://schemas.openxmlformats.org/officeDocument/2006/relationships/image" Target="../media/image11.png"/><Relationship Id="rId12" Type="http://schemas.openxmlformats.org/officeDocument/2006/relationships/image" Target="../media/image20.sv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svg"/><Relationship Id="rId41" Type="http://schemas.openxmlformats.org/officeDocument/2006/relationships/image" Target="../media/image49.jpeg"/></Relationships>
</file>

<file path=ppt/slides/_rels/slide2.xml.rels><?xml version="1.0" encoding="UTF-8" standalone="yes"?>
<Relationships xmlns="http://schemas.openxmlformats.org/package/2006/relationships"><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21" Type="http://schemas.openxmlformats.org/officeDocument/2006/relationships/tags" Target="../tags/tag24.xml"/><Relationship Id="rId34" Type="http://schemas.openxmlformats.org/officeDocument/2006/relationships/image" Target="../media/image55.emf"/><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image" Target="../media/image10.emf"/><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29" Type="http://schemas.openxmlformats.org/officeDocument/2006/relationships/tags" Target="../tags/tag32.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oleObject" Target="../embeddings/oleObject3.bin"/><Relationship Id="rId37" Type="http://schemas.openxmlformats.org/officeDocument/2006/relationships/chart" Target="../charts/chart2.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36" Type="http://schemas.openxmlformats.org/officeDocument/2006/relationships/chart" Target="../charts/chart1.xml"/><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notesSlide" Target="../notesSlides/notesSlide2.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slideLayout" Target="../slideLayouts/slideLayout2.xml"/><Relationship Id="rId35" Type="http://schemas.openxmlformats.org/officeDocument/2006/relationships/image" Target="../media/image56.png"/><Relationship Id="rId8" Type="http://schemas.openxmlformats.org/officeDocument/2006/relationships/tags" Target="../tags/tag11.xml"/><Relationship Id="rId3" Type="http://schemas.openxmlformats.org/officeDocument/2006/relationships/tags" Target="../tags/tag6.xml"/></Relationships>
</file>

<file path=ppt/slides/_rels/slide3.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image" Target="../media/image60.png"/><Relationship Id="rId18" Type="http://schemas.openxmlformats.org/officeDocument/2006/relationships/image" Target="../media/image65.png"/><Relationship Id="rId3" Type="http://schemas.openxmlformats.org/officeDocument/2006/relationships/tags" Target="../tags/tag35.xml"/><Relationship Id="rId21" Type="http://schemas.openxmlformats.org/officeDocument/2006/relationships/image" Target="../media/image68.png"/><Relationship Id="rId7" Type="http://schemas.openxmlformats.org/officeDocument/2006/relationships/oleObject" Target="../embeddings/oleObject4.bin"/><Relationship Id="rId12" Type="http://schemas.openxmlformats.org/officeDocument/2006/relationships/image" Target="../media/image59.png"/><Relationship Id="rId17" Type="http://schemas.openxmlformats.org/officeDocument/2006/relationships/image" Target="../media/image64.png"/><Relationship Id="rId25" Type="http://schemas.openxmlformats.org/officeDocument/2006/relationships/image" Target="../media/image72.png"/><Relationship Id="rId2" Type="http://schemas.openxmlformats.org/officeDocument/2006/relationships/tags" Target="../tags/tag34.xml"/><Relationship Id="rId16" Type="http://schemas.openxmlformats.org/officeDocument/2006/relationships/image" Target="../media/image63.svg"/><Relationship Id="rId20" Type="http://schemas.openxmlformats.org/officeDocument/2006/relationships/image" Target="../media/image67.svg"/><Relationship Id="rId1" Type="http://schemas.openxmlformats.org/officeDocument/2006/relationships/tags" Target="../tags/tag33.xml"/><Relationship Id="rId6" Type="http://schemas.openxmlformats.org/officeDocument/2006/relationships/notesSlide" Target="../notesSlides/notesSlide3.xml"/><Relationship Id="rId11" Type="http://schemas.openxmlformats.org/officeDocument/2006/relationships/image" Target="../media/image58.PNG"/><Relationship Id="rId24" Type="http://schemas.openxmlformats.org/officeDocument/2006/relationships/image" Target="../media/image71.png"/><Relationship Id="rId5" Type="http://schemas.openxmlformats.org/officeDocument/2006/relationships/slideLayout" Target="../slideLayouts/slideLayout6.xml"/><Relationship Id="rId15" Type="http://schemas.openxmlformats.org/officeDocument/2006/relationships/image" Target="../media/image62.png"/><Relationship Id="rId23" Type="http://schemas.openxmlformats.org/officeDocument/2006/relationships/image" Target="../media/image70.png"/><Relationship Id="rId10" Type="http://schemas.openxmlformats.org/officeDocument/2006/relationships/image" Target="../media/image57.emf"/><Relationship Id="rId19" Type="http://schemas.openxmlformats.org/officeDocument/2006/relationships/image" Target="../media/image66.png"/><Relationship Id="rId4" Type="http://schemas.openxmlformats.org/officeDocument/2006/relationships/tags" Target="../tags/tag36.xml"/><Relationship Id="rId9" Type="http://schemas.openxmlformats.org/officeDocument/2006/relationships/image" Target="../media/image56.png"/><Relationship Id="rId14" Type="http://schemas.openxmlformats.org/officeDocument/2006/relationships/image" Target="../media/image61.svg"/><Relationship Id="rId22" Type="http://schemas.openxmlformats.org/officeDocument/2006/relationships/image" Target="../media/image69.emf"/></Relationships>
</file>

<file path=ppt/slides/_rels/slide4.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tags" Target="../tags/tag54.xml"/><Relationship Id="rId26" Type="http://schemas.openxmlformats.org/officeDocument/2006/relationships/chart" Target="../charts/chart3.xml"/><Relationship Id="rId3" Type="http://schemas.openxmlformats.org/officeDocument/2006/relationships/tags" Target="../tags/tag39.xml"/><Relationship Id="rId21" Type="http://schemas.openxmlformats.org/officeDocument/2006/relationships/slideLayout" Target="../slideLayouts/slideLayout8.xml"/><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tags" Target="../tags/tag53.xml"/><Relationship Id="rId25" Type="http://schemas.openxmlformats.org/officeDocument/2006/relationships/image" Target="../media/image56.png"/><Relationship Id="rId2" Type="http://schemas.openxmlformats.org/officeDocument/2006/relationships/tags" Target="../tags/tag38.xml"/><Relationship Id="rId16" Type="http://schemas.openxmlformats.org/officeDocument/2006/relationships/tags" Target="../tags/tag52.xml"/><Relationship Id="rId20" Type="http://schemas.openxmlformats.org/officeDocument/2006/relationships/tags" Target="../tags/tag56.xml"/><Relationship Id="rId29" Type="http://schemas.openxmlformats.org/officeDocument/2006/relationships/image" Target="../media/image75.png"/><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image" Target="../media/image10.emf"/><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oleObject" Target="../embeddings/oleObject5.bin"/><Relationship Id="rId28" Type="http://schemas.openxmlformats.org/officeDocument/2006/relationships/image" Target="../media/image74.png"/><Relationship Id="rId10" Type="http://schemas.openxmlformats.org/officeDocument/2006/relationships/tags" Target="../tags/tag46.xml"/><Relationship Id="rId19" Type="http://schemas.openxmlformats.org/officeDocument/2006/relationships/tags" Target="../tags/tag55.xml"/><Relationship Id="rId31" Type="http://schemas.openxmlformats.org/officeDocument/2006/relationships/image" Target="../media/image77.jpeg"/><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notesSlide" Target="../notesSlides/notesSlide4.xml"/><Relationship Id="rId27" Type="http://schemas.openxmlformats.org/officeDocument/2006/relationships/image" Target="../media/image73.png"/><Relationship Id="rId30" Type="http://schemas.openxmlformats.org/officeDocument/2006/relationships/image" Target="../media/image76.jpeg"/></Relationships>
</file>

<file path=ppt/slides/_rels/slide5.xml.rels><?xml version="1.0" encoding="UTF-8" standalone="yes"?>
<Relationships xmlns="http://schemas.openxmlformats.org/package/2006/relationships"><Relationship Id="rId13" Type="http://schemas.openxmlformats.org/officeDocument/2006/relationships/tags" Target="../tags/tag69.xml"/><Relationship Id="rId18" Type="http://schemas.openxmlformats.org/officeDocument/2006/relationships/tags" Target="../tags/tag74.xml"/><Relationship Id="rId26" Type="http://schemas.openxmlformats.org/officeDocument/2006/relationships/tags" Target="../tags/tag82.xml"/><Relationship Id="rId39" Type="http://schemas.openxmlformats.org/officeDocument/2006/relationships/oleObject" Target="../embeddings/oleObject6.bin"/><Relationship Id="rId21" Type="http://schemas.openxmlformats.org/officeDocument/2006/relationships/tags" Target="../tags/tag77.xml"/><Relationship Id="rId34" Type="http://schemas.openxmlformats.org/officeDocument/2006/relationships/tags" Target="../tags/tag90.xml"/><Relationship Id="rId42" Type="http://schemas.openxmlformats.org/officeDocument/2006/relationships/chart" Target="../charts/chart4.xml"/><Relationship Id="rId7" Type="http://schemas.openxmlformats.org/officeDocument/2006/relationships/tags" Target="../tags/tag63.xml"/><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tags" Target="../tags/tag76.xml"/><Relationship Id="rId29" Type="http://schemas.openxmlformats.org/officeDocument/2006/relationships/tags" Target="../tags/tag85.xml"/><Relationship Id="rId41" Type="http://schemas.openxmlformats.org/officeDocument/2006/relationships/image" Target="../media/image56.png"/><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24" Type="http://schemas.openxmlformats.org/officeDocument/2006/relationships/tags" Target="../tags/tag80.xml"/><Relationship Id="rId32" Type="http://schemas.openxmlformats.org/officeDocument/2006/relationships/tags" Target="../tags/tag88.xml"/><Relationship Id="rId37" Type="http://schemas.openxmlformats.org/officeDocument/2006/relationships/slideLayout" Target="../slideLayouts/slideLayout2.xml"/><Relationship Id="rId40" Type="http://schemas.openxmlformats.org/officeDocument/2006/relationships/image" Target="../media/image10.emf"/><Relationship Id="rId5" Type="http://schemas.openxmlformats.org/officeDocument/2006/relationships/tags" Target="../tags/tag61.xml"/><Relationship Id="rId15" Type="http://schemas.openxmlformats.org/officeDocument/2006/relationships/tags" Target="../tags/tag71.xml"/><Relationship Id="rId23" Type="http://schemas.openxmlformats.org/officeDocument/2006/relationships/tags" Target="../tags/tag79.xml"/><Relationship Id="rId28" Type="http://schemas.openxmlformats.org/officeDocument/2006/relationships/tags" Target="../tags/tag84.xml"/><Relationship Id="rId36" Type="http://schemas.openxmlformats.org/officeDocument/2006/relationships/tags" Target="../tags/tag92.xml"/><Relationship Id="rId10" Type="http://schemas.openxmlformats.org/officeDocument/2006/relationships/tags" Target="../tags/tag66.xml"/><Relationship Id="rId19" Type="http://schemas.openxmlformats.org/officeDocument/2006/relationships/tags" Target="../tags/tag75.xml"/><Relationship Id="rId31" Type="http://schemas.openxmlformats.org/officeDocument/2006/relationships/tags" Target="../tags/tag87.xml"/><Relationship Id="rId44" Type="http://schemas.openxmlformats.org/officeDocument/2006/relationships/image" Target="../media/image78.png"/><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tags" Target="../tags/tag78.xml"/><Relationship Id="rId27" Type="http://schemas.openxmlformats.org/officeDocument/2006/relationships/tags" Target="../tags/tag83.xml"/><Relationship Id="rId30" Type="http://schemas.openxmlformats.org/officeDocument/2006/relationships/tags" Target="../tags/tag86.xml"/><Relationship Id="rId35" Type="http://schemas.openxmlformats.org/officeDocument/2006/relationships/tags" Target="../tags/tag91.xml"/><Relationship Id="rId43" Type="http://schemas.microsoft.com/office/2014/relationships/chartEx" Target="../charts/chartEx1.xml"/><Relationship Id="rId8" Type="http://schemas.openxmlformats.org/officeDocument/2006/relationships/tags" Target="../tags/tag64.xml"/><Relationship Id="rId3" Type="http://schemas.openxmlformats.org/officeDocument/2006/relationships/tags" Target="../tags/tag59.xml"/><Relationship Id="rId12" Type="http://schemas.openxmlformats.org/officeDocument/2006/relationships/tags" Target="../tags/tag68.xml"/><Relationship Id="rId17" Type="http://schemas.openxmlformats.org/officeDocument/2006/relationships/tags" Target="../tags/tag73.xml"/><Relationship Id="rId25" Type="http://schemas.openxmlformats.org/officeDocument/2006/relationships/tags" Target="../tags/tag81.xml"/><Relationship Id="rId33" Type="http://schemas.openxmlformats.org/officeDocument/2006/relationships/tags" Target="../tags/tag89.xml"/><Relationship Id="rId3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slideLayout" Target="../slideLayouts/slideLayout2.xml"/><Relationship Id="rId26" Type="http://schemas.openxmlformats.org/officeDocument/2006/relationships/image" Target="../media/image79.jpeg"/><Relationship Id="rId3" Type="http://schemas.openxmlformats.org/officeDocument/2006/relationships/tags" Target="../tags/tag95.xml"/><Relationship Id="rId21" Type="http://schemas.openxmlformats.org/officeDocument/2006/relationships/image" Target="../media/image10.emf"/><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5" Type="http://schemas.openxmlformats.org/officeDocument/2006/relationships/chart" Target="../charts/chart7.xml"/><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oleObject" Target="../embeddings/oleObject7.bin"/><Relationship Id="rId29" Type="http://schemas.openxmlformats.org/officeDocument/2006/relationships/image" Target="../media/image82.jpe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chart" Target="../charts/chart6.xml"/><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chart" Target="../charts/chart5.xml"/><Relationship Id="rId28" Type="http://schemas.openxmlformats.org/officeDocument/2006/relationships/image" Target="../media/image81.jpeg"/><Relationship Id="rId10" Type="http://schemas.openxmlformats.org/officeDocument/2006/relationships/tags" Target="../tags/tag102.xml"/><Relationship Id="rId19" Type="http://schemas.openxmlformats.org/officeDocument/2006/relationships/notesSlide" Target="../notesSlides/notesSlide6.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image" Target="../media/image56.png"/><Relationship Id="rId27" Type="http://schemas.openxmlformats.org/officeDocument/2006/relationships/image" Target="../media/image80.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90E598">
                <a:alpha val="43000"/>
              </a:srgbClr>
            </a:gs>
            <a:gs pos="82000">
              <a:srgbClr val="06B851">
                <a:alpha val="69859"/>
              </a:srgbClr>
            </a:gs>
          </a:gsLst>
          <a:lin ang="6600000" scaled="0"/>
        </a:gradFill>
        <a:effectLst/>
      </p:bgPr>
    </p:bg>
    <p:spTree>
      <p:nvGrpSpPr>
        <p:cNvPr id="1" name="">
          <a:extLst>
            <a:ext uri="{FF2B5EF4-FFF2-40B4-BE49-F238E27FC236}">
              <a16:creationId xmlns:a16="http://schemas.microsoft.com/office/drawing/2014/main" id="{27F486C5-8181-34EB-59AF-39434964557E}"/>
            </a:ext>
          </a:extLst>
        </p:cNvPr>
        <p:cNvGrpSpPr/>
        <p:nvPr/>
      </p:nvGrpSpPr>
      <p:grpSpPr>
        <a:xfrm>
          <a:off x="0" y="0"/>
          <a:ext cx="0" cy="0"/>
          <a:chOff x="0" y="0"/>
          <a:chExt cx="0" cy="0"/>
        </a:xfrm>
      </p:grpSpPr>
      <p:sp>
        <p:nvSpPr>
          <p:cNvPr id="12" name="Shape 5">
            <a:extLst>
              <a:ext uri="{FF2B5EF4-FFF2-40B4-BE49-F238E27FC236}">
                <a16:creationId xmlns:a16="http://schemas.microsoft.com/office/drawing/2014/main" id="{ACDE2273-675E-DB3F-F8C8-647D613A0D3E}"/>
              </a:ext>
            </a:extLst>
          </p:cNvPr>
          <p:cNvSpPr/>
          <p:nvPr/>
        </p:nvSpPr>
        <p:spPr>
          <a:xfrm>
            <a:off x="543922" y="-3855571"/>
            <a:ext cx="19016255" cy="19013879"/>
          </a:xfrm>
          <a:prstGeom prst="ellipse">
            <a:avLst/>
          </a:prstGeom>
          <a:solidFill>
            <a:schemeClr val="bg1"/>
          </a:solidFill>
          <a:ln w="12700">
            <a:noFill/>
            <a:prstDash val="solid"/>
          </a:ln>
          <a:effectLst>
            <a:softEdge rad="12700"/>
          </a:effectLst>
        </p:spPr>
        <p:txBody>
          <a:bodyPr/>
          <a:lstStyle/>
          <a:p>
            <a:endParaRPr lang="zh-CN" altLang="en-US" sz="2000" dirty="0">
              <a:latin typeface="FZVariable-LanTingHeiK DemiBold" panose="02000600000000000000" pitchFamily="2" charset="-122"/>
              <a:ea typeface="FZVariable-LanTingHeiK DemiBold" panose="02000600000000000000" pitchFamily="2" charset="-122"/>
            </a:endParaRPr>
          </a:p>
        </p:txBody>
      </p:sp>
      <p:grpSp>
        <p:nvGrpSpPr>
          <p:cNvPr id="7" name="组合 6">
            <a:extLst>
              <a:ext uri="{FF2B5EF4-FFF2-40B4-BE49-F238E27FC236}">
                <a16:creationId xmlns:a16="http://schemas.microsoft.com/office/drawing/2014/main" id="{86DCBC41-09AC-43C1-9E20-9B234E1E116B}"/>
              </a:ext>
            </a:extLst>
          </p:cNvPr>
          <p:cNvGrpSpPr/>
          <p:nvPr/>
        </p:nvGrpSpPr>
        <p:grpSpPr>
          <a:xfrm>
            <a:off x="7943572" y="3551880"/>
            <a:ext cx="4216503" cy="4215976"/>
            <a:chOff x="8391629" y="4089292"/>
            <a:chExt cx="4216503" cy="4215976"/>
          </a:xfrm>
        </p:grpSpPr>
        <p:pic>
          <p:nvPicPr>
            <p:cNvPr id="9" name="Image 4" descr="https://kimi-img.moonshot.cn/pub/slides/slides_tmpl/image/25-06-01-00:23:55-d0tiq6s75iks2gau4k7g.svg">
              <a:extLst>
                <a:ext uri="{FF2B5EF4-FFF2-40B4-BE49-F238E27FC236}">
                  <a16:creationId xmlns:a16="http://schemas.microsoft.com/office/drawing/2014/main" id="{6245CD92-6817-7532-9AFA-CD860D25CE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131299">
              <a:off x="8391629" y="4089292"/>
              <a:ext cx="4216503" cy="4215976"/>
            </a:xfrm>
            <a:prstGeom prst="rect">
              <a:avLst/>
            </a:prstGeom>
          </p:spPr>
        </p:pic>
        <p:sp>
          <p:nvSpPr>
            <p:cNvPr id="10" name="Shape 3">
              <a:extLst>
                <a:ext uri="{FF2B5EF4-FFF2-40B4-BE49-F238E27FC236}">
                  <a16:creationId xmlns:a16="http://schemas.microsoft.com/office/drawing/2014/main" id="{2B1A02C1-C26D-5791-F43D-0E1E179FBB53}"/>
                </a:ext>
              </a:extLst>
            </p:cNvPr>
            <p:cNvSpPr/>
            <p:nvPr/>
          </p:nvSpPr>
          <p:spPr>
            <a:xfrm>
              <a:off x="9656423" y="5440880"/>
              <a:ext cx="1832634" cy="1832405"/>
            </a:xfrm>
            <a:prstGeom prst="ellipse">
              <a:avLst/>
            </a:prstGeom>
            <a:solidFill>
              <a:srgbClr val="000000">
                <a:alpha val="0"/>
              </a:srgbClr>
            </a:solidFill>
            <a:ln w="127000">
              <a:solidFill>
                <a:srgbClr val="BEFEDA">
                  <a:alpha val="60000"/>
                </a:srgbClr>
              </a:solidFill>
              <a:prstDash val="solid"/>
            </a:ln>
          </p:spPr>
          <p:txBody>
            <a:bodyPr/>
            <a:lstStyle/>
            <a:p>
              <a:endParaRPr lang="zh-CN" altLang="en-US">
                <a:latin typeface="FZVariable-LanTingHeiK DemiBold" panose="02000600000000000000" pitchFamily="2" charset="-122"/>
                <a:ea typeface="FZVariable-LanTingHeiK DemiBold" panose="02000600000000000000" pitchFamily="2" charset="-122"/>
              </a:endParaRPr>
            </a:p>
          </p:txBody>
        </p:sp>
      </p:grpSp>
      <p:sp>
        <p:nvSpPr>
          <p:cNvPr id="11" name="Text 4">
            <a:extLst>
              <a:ext uri="{FF2B5EF4-FFF2-40B4-BE49-F238E27FC236}">
                <a16:creationId xmlns:a16="http://schemas.microsoft.com/office/drawing/2014/main" id="{58745649-EDC3-F90E-25C3-CB58BDAE1B1C}"/>
              </a:ext>
            </a:extLst>
          </p:cNvPr>
          <p:cNvSpPr/>
          <p:nvPr/>
        </p:nvSpPr>
        <p:spPr>
          <a:xfrm>
            <a:off x="9731778" y="5409738"/>
            <a:ext cx="1832634" cy="1832405"/>
          </a:xfrm>
          <a:prstGeom prst="rect">
            <a:avLst/>
          </a:prstGeom>
          <a:noFill/>
          <a:ln/>
        </p:spPr>
        <p:txBody>
          <a:bodyPr wrap="square" lIns="37695" tIns="75390" rIns="75390" bIns="37695" rtlCol="0" anchor="t"/>
          <a:lstStyle/>
          <a:p>
            <a:endParaRPr lang="en-US" sz="1319" dirty="0">
              <a:latin typeface="FZVariable-LanTingHeiK DemiBold" panose="02000600000000000000" pitchFamily="2" charset="-122"/>
              <a:ea typeface="FZVariable-LanTingHeiK DemiBold" panose="02000600000000000000" pitchFamily="2" charset="-122"/>
            </a:endParaRPr>
          </a:p>
        </p:txBody>
      </p:sp>
      <p:grpSp>
        <p:nvGrpSpPr>
          <p:cNvPr id="3" name="组合 2">
            <a:extLst>
              <a:ext uri="{FF2B5EF4-FFF2-40B4-BE49-F238E27FC236}">
                <a16:creationId xmlns:a16="http://schemas.microsoft.com/office/drawing/2014/main" id="{A7934BD7-2259-4501-BE7E-E22A7D011437}"/>
              </a:ext>
            </a:extLst>
          </p:cNvPr>
          <p:cNvGrpSpPr/>
          <p:nvPr/>
        </p:nvGrpSpPr>
        <p:grpSpPr>
          <a:xfrm>
            <a:off x="3014659" y="824289"/>
            <a:ext cx="10058400" cy="605717"/>
            <a:chOff x="3014659" y="1640900"/>
            <a:chExt cx="10058400" cy="605717"/>
          </a:xfrm>
        </p:grpSpPr>
        <p:pic>
          <p:nvPicPr>
            <p:cNvPr id="6" name="Image 2" descr="https://kimi-img.moonshot.cn/pub/slides/slides_tmpl/image/25-06-01-00:23:55-d0tiq6s75iks2gau4k80.svg">
              <a:extLst>
                <a:ext uri="{FF2B5EF4-FFF2-40B4-BE49-F238E27FC236}">
                  <a16:creationId xmlns:a16="http://schemas.microsoft.com/office/drawing/2014/main" id="{49B29EE1-7C6D-612E-8360-189EBAF5D6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17850" y="2225675"/>
              <a:ext cx="4644418" cy="20942"/>
            </a:xfrm>
            <a:prstGeom prst="rect">
              <a:avLst/>
            </a:prstGeom>
          </p:spPr>
        </p:pic>
        <p:sp>
          <p:nvSpPr>
            <p:cNvPr id="47" name="文本框 46">
              <a:extLst>
                <a:ext uri="{FF2B5EF4-FFF2-40B4-BE49-F238E27FC236}">
                  <a16:creationId xmlns:a16="http://schemas.microsoft.com/office/drawing/2014/main" id="{B8911883-64FF-C09A-6969-1B01DB0EEF72}"/>
                </a:ext>
              </a:extLst>
            </p:cNvPr>
            <p:cNvSpPr txBox="1"/>
            <p:nvPr/>
          </p:nvSpPr>
          <p:spPr>
            <a:xfrm>
              <a:off x="3014659" y="1640900"/>
              <a:ext cx="10058400" cy="584775"/>
            </a:xfrm>
            <a:prstGeom prst="rect">
              <a:avLst/>
            </a:prstGeom>
            <a:noFill/>
          </p:spPr>
          <p:txBody>
            <a:bodyPr wrap="square">
              <a:spAutoFit/>
            </a:bodyPr>
            <a:lstStyle/>
            <a:p>
              <a:pPr algn="l"/>
              <a:r>
                <a:rPr lang="zh-CN" altLang="en-US" sz="2400" u="none" strike="noStrike" dirty="0">
                  <a:solidFill>
                    <a:schemeClr val="tx1">
                      <a:lumMod val="75000"/>
                      <a:lumOff val="25000"/>
                    </a:schemeClr>
                  </a:solidFill>
                  <a:effectLst/>
                  <a:latin typeface="FZVariable-LanTingHeiK SemiBold" panose="02000600000000000000" pitchFamily="2" charset="-122"/>
                  <a:ea typeface="FZVariable-LanTingHeiK SemiBold" panose="02000600000000000000" pitchFamily="2" charset="-122"/>
                </a:rPr>
                <a:t>标杆头客合作泛起涟漪效应，重点客户覆盖率达</a:t>
              </a:r>
              <a:r>
                <a:rPr lang="en-US" altLang="zh-CN" sz="3200" b="1" u="none" strike="noStrike" dirty="0">
                  <a:solidFill>
                    <a:srgbClr val="2CDB77"/>
                  </a:solidFill>
                  <a:effectLst/>
                  <a:latin typeface="FZVariable-LanTingHeiK SemiBold" panose="02000600000000000000" pitchFamily="2" charset="-122"/>
                  <a:ea typeface="FZVariable-LanTingHeiK SemiBold" panose="02000600000000000000" pitchFamily="2" charset="-122"/>
                </a:rPr>
                <a:t>60%+</a:t>
              </a:r>
              <a:endParaRPr lang="zh-CN" altLang="en-US" sz="2400" b="1" u="none" strike="noStrike" dirty="0">
                <a:solidFill>
                  <a:srgbClr val="2CDB77"/>
                </a:solidFill>
                <a:effectLst/>
                <a:latin typeface="FZVariable-LanTingHeiK SemiBold" panose="02000600000000000000" pitchFamily="2" charset="-122"/>
                <a:ea typeface="FZVariable-LanTingHeiK SemiBold" panose="02000600000000000000" pitchFamily="2" charset="-122"/>
              </a:endParaRPr>
            </a:p>
          </p:txBody>
        </p:sp>
      </p:grpSp>
      <p:sp>
        <p:nvSpPr>
          <p:cNvPr id="4" name="Text 0">
            <a:extLst>
              <a:ext uri="{FF2B5EF4-FFF2-40B4-BE49-F238E27FC236}">
                <a16:creationId xmlns:a16="http://schemas.microsoft.com/office/drawing/2014/main" id="{C628FABF-03D8-9F9E-A1D0-8EF4ECF0A24A}"/>
              </a:ext>
            </a:extLst>
          </p:cNvPr>
          <p:cNvSpPr/>
          <p:nvPr/>
        </p:nvSpPr>
        <p:spPr>
          <a:xfrm>
            <a:off x="2888935" y="4324799"/>
            <a:ext cx="12201250" cy="2332482"/>
          </a:xfrm>
          <a:prstGeom prst="rect">
            <a:avLst/>
          </a:prstGeom>
          <a:noFill/>
          <a:ln/>
        </p:spPr>
        <p:txBody>
          <a:bodyPr wrap="square" lIns="0" tIns="0" rIns="0" bIns="0" rtlCol="0" anchor="t"/>
          <a:lstStyle/>
          <a:p>
            <a:pPr algn="ctr"/>
            <a:r>
              <a:rPr lang="zh-CN" altLang="en-US" sz="4400" b="1" dirty="0">
                <a:gradFill>
                  <a:gsLst>
                    <a:gs pos="97000">
                      <a:srgbClr val="06B851"/>
                    </a:gs>
                    <a:gs pos="0">
                      <a:srgbClr val="90E598"/>
                    </a:gs>
                    <a:gs pos="68000">
                      <a:srgbClr val="32C275"/>
                    </a:gs>
                  </a:gsLst>
                  <a:lin ang="0" scaled="0"/>
                </a:gradFill>
                <a:latin typeface="FZVariable-LanTingHeiK DemiBold" panose="02000600000000000000" pitchFamily="2" charset="-122"/>
                <a:ea typeface="FZVariable-LanTingHeiK DemiBold" panose="02000600000000000000" pitchFamily="2" charset="-122"/>
                <a:cs typeface="MiSans" pitchFamily="34" charset="-120"/>
              </a:rPr>
              <a:t>从「价值证明」</a:t>
            </a:r>
            <a:endParaRPr lang="en-US" altLang="zh-CN" sz="4400" b="1" dirty="0">
              <a:gradFill>
                <a:gsLst>
                  <a:gs pos="97000">
                    <a:srgbClr val="06B851"/>
                  </a:gs>
                  <a:gs pos="0">
                    <a:srgbClr val="90E598"/>
                  </a:gs>
                  <a:gs pos="68000">
                    <a:srgbClr val="32C275"/>
                  </a:gs>
                </a:gsLst>
                <a:lin ang="0" scaled="0"/>
              </a:gradFill>
              <a:latin typeface="FZVariable-LanTingHeiK DemiBold" panose="02000600000000000000" pitchFamily="2" charset="-122"/>
              <a:ea typeface="FZVariable-LanTingHeiK DemiBold" panose="02000600000000000000" pitchFamily="2" charset="-122"/>
              <a:cs typeface="MiSans" pitchFamily="34" charset="-120"/>
            </a:endParaRPr>
          </a:p>
          <a:p>
            <a:pPr algn="ctr"/>
            <a:endParaRPr lang="en-US" altLang="zh-CN" sz="4400" b="1" dirty="0">
              <a:gradFill>
                <a:gsLst>
                  <a:gs pos="97000">
                    <a:srgbClr val="06B851"/>
                  </a:gs>
                  <a:gs pos="0">
                    <a:srgbClr val="90E598"/>
                  </a:gs>
                  <a:gs pos="68000">
                    <a:srgbClr val="32C275"/>
                  </a:gs>
                </a:gsLst>
                <a:lin ang="0" scaled="0"/>
              </a:gradFill>
              <a:latin typeface="FZVariable-LanTingHeiK DemiBold" panose="02000600000000000000" pitchFamily="2" charset="-122"/>
              <a:ea typeface="FZVariable-LanTingHeiK DemiBold" panose="02000600000000000000" pitchFamily="2" charset="-122"/>
              <a:cs typeface="MiSans" pitchFamily="34" charset="-120"/>
            </a:endParaRPr>
          </a:p>
          <a:p>
            <a:pPr algn="ctr"/>
            <a:endParaRPr lang="en-US" altLang="zh-CN" sz="4400" b="1" dirty="0">
              <a:gradFill>
                <a:gsLst>
                  <a:gs pos="97000">
                    <a:srgbClr val="06B851"/>
                  </a:gs>
                  <a:gs pos="0">
                    <a:srgbClr val="90E598"/>
                  </a:gs>
                  <a:gs pos="68000">
                    <a:srgbClr val="32C275"/>
                  </a:gs>
                </a:gsLst>
                <a:lin ang="0" scaled="0"/>
              </a:gradFill>
              <a:latin typeface="FZVariable-LanTingHeiK DemiBold" panose="02000600000000000000" pitchFamily="2" charset="-122"/>
              <a:ea typeface="FZVariable-LanTingHeiK DemiBold" panose="02000600000000000000" pitchFamily="2" charset="-122"/>
              <a:cs typeface="MiSans" pitchFamily="34" charset="-120"/>
            </a:endParaRPr>
          </a:p>
          <a:p>
            <a:pPr algn="ctr"/>
            <a:r>
              <a:rPr lang="zh-CN" altLang="en-US" sz="4400" b="1" dirty="0">
                <a:gradFill>
                  <a:gsLst>
                    <a:gs pos="97000">
                      <a:srgbClr val="06B851"/>
                    </a:gs>
                    <a:gs pos="0">
                      <a:srgbClr val="90E598"/>
                    </a:gs>
                    <a:gs pos="68000">
                      <a:srgbClr val="32C275"/>
                    </a:gs>
                  </a:gsLst>
                  <a:lin ang="0" scaled="0"/>
                </a:gradFill>
                <a:latin typeface="FZVariable-LanTingHeiK DemiBold" panose="02000600000000000000" pitchFamily="2" charset="-122"/>
                <a:ea typeface="FZVariable-LanTingHeiK DemiBold" panose="02000600000000000000" pitchFamily="2" charset="-122"/>
                <a:cs typeface="MiSans" pitchFamily="34" charset="-120"/>
              </a:rPr>
              <a:t>                              到「信任共建」</a:t>
            </a:r>
          </a:p>
        </p:txBody>
      </p:sp>
      <p:grpSp>
        <p:nvGrpSpPr>
          <p:cNvPr id="5" name="组合 4">
            <a:extLst>
              <a:ext uri="{FF2B5EF4-FFF2-40B4-BE49-F238E27FC236}">
                <a16:creationId xmlns:a16="http://schemas.microsoft.com/office/drawing/2014/main" id="{974F4E76-7A7A-400E-9C6A-A223317BDC46}"/>
              </a:ext>
            </a:extLst>
          </p:cNvPr>
          <p:cNvGrpSpPr/>
          <p:nvPr/>
        </p:nvGrpSpPr>
        <p:grpSpPr>
          <a:xfrm>
            <a:off x="11510775" y="9734742"/>
            <a:ext cx="6248400" cy="522321"/>
            <a:chOff x="11510775" y="9550245"/>
            <a:chExt cx="6248400" cy="522321"/>
          </a:xfrm>
        </p:grpSpPr>
        <p:sp>
          <p:nvSpPr>
            <p:cNvPr id="71" name="文本框 70">
              <a:extLst>
                <a:ext uri="{FF2B5EF4-FFF2-40B4-BE49-F238E27FC236}">
                  <a16:creationId xmlns:a16="http://schemas.microsoft.com/office/drawing/2014/main" id="{3206F501-7C31-8A2C-767D-AC4DAFAB50C6}"/>
                </a:ext>
              </a:extLst>
            </p:cNvPr>
            <p:cNvSpPr txBox="1"/>
            <p:nvPr/>
          </p:nvSpPr>
          <p:spPr>
            <a:xfrm>
              <a:off x="11510775" y="9550245"/>
              <a:ext cx="6248400" cy="461665"/>
            </a:xfrm>
            <a:prstGeom prst="rect">
              <a:avLst/>
            </a:prstGeom>
            <a:noFill/>
          </p:spPr>
          <p:txBody>
            <a:bodyPr wrap="square">
              <a:spAutoFit/>
            </a:bodyPr>
            <a:lstStyle/>
            <a:p>
              <a:pPr algn="l"/>
              <a:r>
                <a:rPr lang="zh-CN" altLang="en-US" sz="2400" dirty="0">
                  <a:solidFill>
                    <a:schemeClr val="tx1">
                      <a:lumMod val="75000"/>
                      <a:lumOff val="25000"/>
                    </a:schemeClr>
                  </a:solidFill>
                  <a:latin typeface="FZVariable-LanTingHeiK SemiBold" panose="02000600000000000000" pitchFamily="2" charset="-122"/>
                  <a:ea typeface="FZVariable-LanTingHeiK SemiBold" panose="02000600000000000000" pitchFamily="2" charset="-122"/>
                </a:rPr>
                <a:t>数据质量显著提升，反哺洞察的深度与精度</a:t>
              </a:r>
            </a:p>
          </p:txBody>
        </p:sp>
        <p:pic>
          <p:nvPicPr>
            <p:cNvPr id="72" name="Image 2" descr="https://kimi-img.moonshot.cn/pub/slides/slides_tmpl/image/25-06-01-00:23:55-d0tiq6s75iks2gau4k80.svg">
              <a:extLst>
                <a:ext uri="{FF2B5EF4-FFF2-40B4-BE49-F238E27FC236}">
                  <a16:creationId xmlns:a16="http://schemas.microsoft.com/office/drawing/2014/main" id="{46C02CEB-8A11-7EFC-539E-73EC75138E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78392" y="10051624"/>
              <a:ext cx="4644418" cy="20942"/>
            </a:xfrm>
            <a:prstGeom prst="rect">
              <a:avLst/>
            </a:prstGeom>
          </p:spPr>
        </p:pic>
      </p:grpSp>
      <p:grpSp>
        <p:nvGrpSpPr>
          <p:cNvPr id="14" name="组合 13">
            <a:extLst>
              <a:ext uri="{FF2B5EF4-FFF2-40B4-BE49-F238E27FC236}">
                <a16:creationId xmlns:a16="http://schemas.microsoft.com/office/drawing/2014/main" id="{C1699C11-945F-4C03-84DE-DA8F83DF7FD9}"/>
              </a:ext>
            </a:extLst>
          </p:cNvPr>
          <p:cNvGrpSpPr/>
          <p:nvPr/>
        </p:nvGrpSpPr>
        <p:grpSpPr>
          <a:xfrm>
            <a:off x="13569813" y="2630887"/>
            <a:ext cx="6019800" cy="6816384"/>
            <a:chOff x="13709650" y="2800691"/>
            <a:chExt cx="6019800" cy="6816384"/>
          </a:xfrm>
        </p:grpSpPr>
        <p:sp>
          <p:nvSpPr>
            <p:cNvPr id="100" name="Text 8">
              <a:extLst>
                <a:ext uri="{FF2B5EF4-FFF2-40B4-BE49-F238E27FC236}">
                  <a16:creationId xmlns:a16="http://schemas.microsoft.com/office/drawing/2014/main" id="{2BB5E044-027E-7BE9-354F-18C19022BDB1}"/>
                </a:ext>
              </a:extLst>
            </p:cNvPr>
            <p:cNvSpPr/>
            <p:nvPr/>
          </p:nvSpPr>
          <p:spPr>
            <a:xfrm>
              <a:off x="14243050" y="2800691"/>
              <a:ext cx="3405210" cy="492443"/>
            </a:xfrm>
            <a:prstGeom prst="rect">
              <a:avLst/>
            </a:prstGeom>
            <a:noFill/>
            <a:ln/>
          </p:spPr>
          <p:txBody>
            <a:bodyPr wrap="square" lIns="0" tIns="0" rIns="0" bIns="0" rtlCol="0" anchor="t">
              <a:spAutoFit/>
            </a:bodyPr>
            <a:lstStyle/>
            <a:p>
              <a:pPr marL="0" indent="0" algn="l">
                <a:lnSpc>
                  <a:spcPct val="100000"/>
                </a:lnSpc>
                <a:buNone/>
              </a:pPr>
              <a:r>
                <a:rPr lang="zh-CN" altLang="en-US" sz="20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rPr>
                <a:t>时间戳达标率 </a:t>
              </a:r>
              <a:r>
                <a:rPr lang="en-US" altLang="zh-CN" sz="32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rPr>
                <a:t>91%</a:t>
              </a:r>
              <a:endParaRPr lang="en-US" altLang="zh-CN" sz="20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endParaRPr>
            </a:p>
          </p:txBody>
        </p:sp>
        <p:grpSp>
          <p:nvGrpSpPr>
            <p:cNvPr id="111" name="组合 110">
              <a:extLst>
                <a:ext uri="{FF2B5EF4-FFF2-40B4-BE49-F238E27FC236}">
                  <a16:creationId xmlns:a16="http://schemas.microsoft.com/office/drawing/2014/main" id="{DF8CC822-D097-13F0-E79B-933D94B877D0}"/>
                </a:ext>
              </a:extLst>
            </p:cNvPr>
            <p:cNvGrpSpPr/>
            <p:nvPr/>
          </p:nvGrpSpPr>
          <p:grpSpPr>
            <a:xfrm>
              <a:off x="13709650" y="2884726"/>
              <a:ext cx="433538" cy="407749"/>
              <a:chOff x="13995563" y="3525196"/>
              <a:chExt cx="1422581" cy="1337958"/>
            </a:xfrm>
          </p:grpSpPr>
          <p:sp>
            <p:nvSpPr>
              <p:cNvPr id="101" name="Shape 16">
                <a:extLst>
                  <a:ext uri="{FF2B5EF4-FFF2-40B4-BE49-F238E27FC236}">
                    <a16:creationId xmlns:a16="http://schemas.microsoft.com/office/drawing/2014/main" id="{226461D1-342B-1C0E-1287-8A59456A4A23}"/>
                  </a:ext>
                </a:extLst>
              </p:cNvPr>
              <p:cNvSpPr/>
              <p:nvPr/>
            </p:nvSpPr>
            <p:spPr>
              <a:xfrm>
                <a:off x="14525247" y="3525196"/>
                <a:ext cx="393479" cy="393430"/>
              </a:xfrm>
              <a:prstGeom prst="ellipse">
                <a:avLst/>
              </a:prstGeom>
              <a:solidFill>
                <a:srgbClr val="06B851">
                  <a:alpha val="50196"/>
                </a:srgbClr>
              </a:solidFill>
              <a:ln w="12700">
                <a:noFill/>
                <a:prstDash val="solid"/>
              </a:ln>
            </p:spPr>
          </p:sp>
          <p:sp>
            <p:nvSpPr>
              <p:cNvPr id="102" name="Text 17">
                <a:extLst>
                  <a:ext uri="{FF2B5EF4-FFF2-40B4-BE49-F238E27FC236}">
                    <a16:creationId xmlns:a16="http://schemas.microsoft.com/office/drawing/2014/main" id="{8C01C89C-B43D-5AC9-68F4-14628F81ED50}"/>
                  </a:ext>
                </a:extLst>
              </p:cNvPr>
              <p:cNvSpPr/>
              <p:nvPr/>
            </p:nvSpPr>
            <p:spPr>
              <a:xfrm>
                <a:off x="14525247" y="3525196"/>
                <a:ext cx="393479" cy="39343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sp>
            <p:nvSpPr>
              <p:cNvPr id="103" name="Shape 18">
                <a:extLst>
                  <a:ext uri="{FF2B5EF4-FFF2-40B4-BE49-F238E27FC236}">
                    <a16:creationId xmlns:a16="http://schemas.microsoft.com/office/drawing/2014/main" id="{1CDA3E07-DEDD-2CAD-5654-E04FF347598E}"/>
                  </a:ext>
                </a:extLst>
              </p:cNvPr>
              <p:cNvSpPr/>
              <p:nvPr/>
            </p:nvSpPr>
            <p:spPr>
              <a:xfrm>
                <a:off x="13995563" y="3964022"/>
                <a:ext cx="393479" cy="393430"/>
              </a:xfrm>
              <a:prstGeom prst="ellipse">
                <a:avLst/>
              </a:prstGeom>
              <a:solidFill>
                <a:srgbClr val="06B851">
                  <a:alpha val="50196"/>
                </a:srgbClr>
              </a:solidFill>
              <a:ln w="12700">
                <a:noFill/>
                <a:prstDash val="solid"/>
              </a:ln>
            </p:spPr>
          </p:sp>
          <p:sp>
            <p:nvSpPr>
              <p:cNvPr id="104" name="Text 19">
                <a:extLst>
                  <a:ext uri="{FF2B5EF4-FFF2-40B4-BE49-F238E27FC236}">
                    <a16:creationId xmlns:a16="http://schemas.microsoft.com/office/drawing/2014/main" id="{C7D535F8-7731-94A1-4DBE-7407050BB7F8}"/>
                  </a:ext>
                </a:extLst>
              </p:cNvPr>
              <p:cNvSpPr/>
              <p:nvPr/>
            </p:nvSpPr>
            <p:spPr>
              <a:xfrm>
                <a:off x="13995563" y="3964022"/>
                <a:ext cx="393479" cy="39343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sp>
            <p:nvSpPr>
              <p:cNvPr id="105" name="Shape 20">
                <a:extLst>
                  <a:ext uri="{FF2B5EF4-FFF2-40B4-BE49-F238E27FC236}">
                    <a16:creationId xmlns:a16="http://schemas.microsoft.com/office/drawing/2014/main" id="{7648B152-7AD3-E1E9-3B59-1F813DA50791}"/>
                  </a:ext>
                </a:extLst>
              </p:cNvPr>
              <p:cNvSpPr/>
              <p:nvPr/>
            </p:nvSpPr>
            <p:spPr>
              <a:xfrm>
                <a:off x="15024665" y="3964022"/>
                <a:ext cx="393479" cy="393430"/>
              </a:xfrm>
              <a:prstGeom prst="ellipse">
                <a:avLst/>
              </a:prstGeom>
              <a:solidFill>
                <a:srgbClr val="06B851">
                  <a:alpha val="50196"/>
                </a:srgbClr>
              </a:solidFill>
              <a:ln w="12700">
                <a:noFill/>
                <a:prstDash val="solid"/>
              </a:ln>
            </p:spPr>
          </p:sp>
          <p:sp>
            <p:nvSpPr>
              <p:cNvPr id="106" name="Text 21">
                <a:extLst>
                  <a:ext uri="{FF2B5EF4-FFF2-40B4-BE49-F238E27FC236}">
                    <a16:creationId xmlns:a16="http://schemas.microsoft.com/office/drawing/2014/main" id="{259778DA-4CA3-558B-3ADB-E2F1B6BF19C0}"/>
                  </a:ext>
                </a:extLst>
              </p:cNvPr>
              <p:cNvSpPr/>
              <p:nvPr/>
            </p:nvSpPr>
            <p:spPr>
              <a:xfrm>
                <a:off x="15024665" y="3964022"/>
                <a:ext cx="393479" cy="39343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pic>
            <p:nvPicPr>
              <p:cNvPr id="107" name="Image 1" descr="https://kimi-img.moonshot.cn/pub/slides/slides_tmpl/image/25-06-01-00:24:57-d0tiqmc75iks2gau4lg0.svg">
                <a:extLst>
                  <a:ext uri="{FF2B5EF4-FFF2-40B4-BE49-F238E27FC236}">
                    <a16:creationId xmlns:a16="http://schemas.microsoft.com/office/drawing/2014/main" id="{2524F1DC-F2ED-2842-521D-8501EAFABD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715633" y="3903496"/>
                <a:ext cx="12702" cy="953309"/>
              </a:xfrm>
              <a:prstGeom prst="rect">
                <a:avLst/>
              </a:prstGeom>
            </p:spPr>
          </p:pic>
          <p:pic>
            <p:nvPicPr>
              <p:cNvPr id="108" name="Image 2" descr="https://kimi-img.moonshot.cn/pub/slides/slides_tmpl/image/25-06-01-00:24:57-d0tiqmc75iks2gau4lgg.svg">
                <a:extLst>
                  <a:ext uri="{FF2B5EF4-FFF2-40B4-BE49-F238E27FC236}">
                    <a16:creationId xmlns:a16="http://schemas.microsoft.com/office/drawing/2014/main" id="{F1683982-69DF-1631-568D-9002A97353A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570650" y="4850454"/>
                <a:ext cx="302674" cy="12700"/>
              </a:xfrm>
              <a:prstGeom prst="rect">
                <a:avLst/>
              </a:prstGeom>
            </p:spPr>
          </p:pic>
          <p:pic>
            <p:nvPicPr>
              <p:cNvPr id="109" name="Image 3" descr="https://kimi-img.moonshot.cn/pub/slides/slides_tmpl/image/25-06-01-00:24:57-d0tiqmc75iks2gau4lh0.svg">
                <a:extLst>
                  <a:ext uri="{FF2B5EF4-FFF2-40B4-BE49-F238E27FC236}">
                    <a16:creationId xmlns:a16="http://schemas.microsoft.com/office/drawing/2014/main" id="{B7F56188-B020-AD7A-C9A2-55ED8028BCF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25333" y="4291423"/>
                <a:ext cx="399827" cy="237979"/>
              </a:xfrm>
              <a:prstGeom prst="rect">
                <a:avLst/>
              </a:prstGeom>
            </p:spPr>
          </p:pic>
          <p:pic>
            <p:nvPicPr>
              <p:cNvPr id="110" name="Image 4" descr="https://kimi-img.moonshot.cn/pub/slides/slides_tmpl/image/25-06-01-00:24:57-d0tiqmc75iks2gau4lhg.svg">
                <a:extLst>
                  <a:ext uri="{FF2B5EF4-FFF2-40B4-BE49-F238E27FC236}">
                    <a16:creationId xmlns:a16="http://schemas.microsoft.com/office/drawing/2014/main" id="{580BC362-F8E5-FFDA-B63A-AE843819BEF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718716" y="4291478"/>
                <a:ext cx="384880" cy="237868"/>
              </a:xfrm>
              <a:prstGeom prst="rect">
                <a:avLst/>
              </a:prstGeom>
            </p:spPr>
          </p:pic>
        </p:grpSp>
        <p:grpSp>
          <p:nvGrpSpPr>
            <p:cNvPr id="115" name="组合 114">
              <a:extLst>
                <a:ext uri="{FF2B5EF4-FFF2-40B4-BE49-F238E27FC236}">
                  <a16:creationId xmlns:a16="http://schemas.microsoft.com/office/drawing/2014/main" id="{A0904E18-2703-F843-3D85-919394AE4A2E}"/>
                </a:ext>
              </a:extLst>
            </p:cNvPr>
            <p:cNvGrpSpPr/>
            <p:nvPr/>
          </p:nvGrpSpPr>
          <p:grpSpPr>
            <a:xfrm>
              <a:off x="14030188" y="7519470"/>
              <a:ext cx="517662" cy="345005"/>
              <a:chOff x="13716128" y="10030433"/>
              <a:chExt cx="1731218" cy="1153799"/>
            </a:xfrm>
          </p:grpSpPr>
          <p:pic>
            <p:nvPicPr>
              <p:cNvPr id="112" name="Image 9" descr="https://kimi-img.moonshot.cn/pub/slides/slides_tmpl/image/25-06-01-00:24:57-d0tiqmc75iks2gau4lkg.svg">
                <a:extLst>
                  <a:ext uri="{FF2B5EF4-FFF2-40B4-BE49-F238E27FC236}">
                    <a16:creationId xmlns:a16="http://schemas.microsoft.com/office/drawing/2014/main" id="{765B7EC9-88F4-41B8-9941-236ACF33B3E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716128" y="10555846"/>
                <a:ext cx="1731218" cy="628386"/>
              </a:xfrm>
              <a:prstGeom prst="rect">
                <a:avLst/>
              </a:prstGeom>
            </p:spPr>
          </p:pic>
          <p:pic>
            <p:nvPicPr>
              <p:cNvPr id="113" name="Image 10" descr="https://kimi-img.moonshot.cn/pub/slides/slides_tmpl/image/25-06-01-00:24:57-d0tiqmc75iks2gau4ll0.svg">
                <a:extLst>
                  <a:ext uri="{FF2B5EF4-FFF2-40B4-BE49-F238E27FC236}">
                    <a16:creationId xmlns:a16="http://schemas.microsoft.com/office/drawing/2014/main" id="{9F96CEC8-AA69-AEA3-C200-267EFEFD336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716128" y="10030433"/>
                <a:ext cx="1731218" cy="628386"/>
              </a:xfrm>
              <a:prstGeom prst="rect">
                <a:avLst/>
              </a:prstGeom>
            </p:spPr>
          </p:pic>
          <p:pic>
            <p:nvPicPr>
              <p:cNvPr id="114" name="Image 11" descr="https://kimi-img.moonshot.cn/pub/slides/slides_tmpl/image/25-06-01-00:24:57-d0tiqmc75iks2gau4llg.svg">
                <a:extLst>
                  <a:ext uri="{FF2B5EF4-FFF2-40B4-BE49-F238E27FC236}">
                    <a16:creationId xmlns:a16="http://schemas.microsoft.com/office/drawing/2014/main" id="{DFEC13D9-6727-887C-F553-497A1D88F65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3716128" y="10293139"/>
                <a:ext cx="1731218" cy="628386"/>
              </a:xfrm>
              <a:prstGeom prst="rect">
                <a:avLst/>
              </a:prstGeom>
            </p:spPr>
          </p:pic>
        </p:grpSp>
        <p:grpSp>
          <p:nvGrpSpPr>
            <p:cNvPr id="1024" name="组合 1023">
              <a:extLst>
                <a:ext uri="{FF2B5EF4-FFF2-40B4-BE49-F238E27FC236}">
                  <a16:creationId xmlns:a16="http://schemas.microsoft.com/office/drawing/2014/main" id="{A86378EF-F6B9-3A0B-75C1-00F3BBAF59E8}"/>
                </a:ext>
              </a:extLst>
            </p:cNvPr>
            <p:cNvGrpSpPr/>
            <p:nvPr/>
          </p:nvGrpSpPr>
          <p:grpSpPr>
            <a:xfrm>
              <a:off x="14544025" y="5269886"/>
              <a:ext cx="384825" cy="384789"/>
              <a:chOff x="8254467" y="6705600"/>
              <a:chExt cx="1397133" cy="1397000"/>
            </a:xfrm>
          </p:grpSpPr>
          <p:sp>
            <p:nvSpPr>
              <p:cNvPr id="116" name="Shape 22">
                <a:extLst>
                  <a:ext uri="{FF2B5EF4-FFF2-40B4-BE49-F238E27FC236}">
                    <a16:creationId xmlns:a16="http://schemas.microsoft.com/office/drawing/2014/main" id="{95E475AD-3849-9C0A-6356-38EA0E100D9A}"/>
                  </a:ext>
                </a:extLst>
              </p:cNvPr>
              <p:cNvSpPr/>
              <p:nvPr/>
            </p:nvSpPr>
            <p:spPr>
              <a:xfrm>
                <a:off x="8787913" y="6705600"/>
                <a:ext cx="330241" cy="330200"/>
              </a:xfrm>
              <a:prstGeom prst="roundRect">
                <a:avLst>
                  <a:gd name="adj" fmla="val 8308"/>
                </a:avLst>
              </a:prstGeom>
              <a:solidFill>
                <a:srgbClr val="06B851">
                  <a:alpha val="50196"/>
                </a:srgbClr>
              </a:solidFill>
              <a:ln w="12700">
                <a:noFill/>
                <a:prstDash val="solid"/>
              </a:ln>
            </p:spPr>
          </p:sp>
          <p:sp>
            <p:nvSpPr>
              <p:cNvPr id="117" name="Text 23">
                <a:extLst>
                  <a:ext uri="{FF2B5EF4-FFF2-40B4-BE49-F238E27FC236}">
                    <a16:creationId xmlns:a16="http://schemas.microsoft.com/office/drawing/2014/main" id="{DA70AB54-97E5-3F1C-E76A-4A5C792762EB}"/>
                  </a:ext>
                </a:extLst>
              </p:cNvPr>
              <p:cNvSpPr/>
              <p:nvPr/>
            </p:nvSpPr>
            <p:spPr>
              <a:xfrm>
                <a:off x="8787913" y="6705600"/>
                <a:ext cx="330241" cy="33020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sp>
            <p:nvSpPr>
              <p:cNvPr id="118" name="Shape 24">
                <a:extLst>
                  <a:ext uri="{FF2B5EF4-FFF2-40B4-BE49-F238E27FC236}">
                    <a16:creationId xmlns:a16="http://schemas.microsoft.com/office/drawing/2014/main" id="{888E49C4-517E-70E1-BB77-45FB3EB28885}"/>
                  </a:ext>
                </a:extLst>
              </p:cNvPr>
              <p:cNvSpPr/>
              <p:nvPr/>
            </p:nvSpPr>
            <p:spPr>
              <a:xfrm>
                <a:off x="8787913" y="7772400"/>
                <a:ext cx="330241" cy="330200"/>
              </a:xfrm>
              <a:prstGeom prst="roundRect">
                <a:avLst>
                  <a:gd name="adj" fmla="val 8308"/>
                </a:avLst>
              </a:prstGeom>
              <a:solidFill>
                <a:srgbClr val="06B851">
                  <a:alpha val="50196"/>
                </a:srgbClr>
              </a:solidFill>
              <a:ln w="12700">
                <a:noFill/>
                <a:prstDash val="solid"/>
              </a:ln>
            </p:spPr>
          </p:sp>
          <p:sp>
            <p:nvSpPr>
              <p:cNvPr id="119" name="Text 25">
                <a:extLst>
                  <a:ext uri="{FF2B5EF4-FFF2-40B4-BE49-F238E27FC236}">
                    <a16:creationId xmlns:a16="http://schemas.microsoft.com/office/drawing/2014/main" id="{DAFB5F38-4EC0-83B2-741E-E94AA37A1A7D}"/>
                  </a:ext>
                </a:extLst>
              </p:cNvPr>
              <p:cNvSpPr/>
              <p:nvPr/>
            </p:nvSpPr>
            <p:spPr>
              <a:xfrm>
                <a:off x="8787913" y="7772400"/>
                <a:ext cx="330241" cy="33020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sp>
            <p:nvSpPr>
              <p:cNvPr id="120" name="Shape 26">
                <a:extLst>
                  <a:ext uri="{FF2B5EF4-FFF2-40B4-BE49-F238E27FC236}">
                    <a16:creationId xmlns:a16="http://schemas.microsoft.com/office/drawing/2014/main" id="{FA7AFB5D-516A-930C-3EDF-E9FC9BA3A16A}"/>
                  </a:ext>
                </a:extLst>
              </p:cNvPr>
              <p:cNvSpPr/>
              <p:nvPr/>
            </p:nvSpPr>
            <p:spPr>
              <a:xfrm rot="5400000">
                <a:off x="9321379" y="7239000"/>
                <a:ext cx="330241" cy="330200"/>
              </a:xfrm>
              <a:prstGeom prst="roundRect">
                <a:avLst>
                  <a:gd name="adj" fmla="val 8308"/>
                </a:avLst>
              </a:prstGeom>
              <a:solidFill>
                <a:srgbClr val="06B851">
                  <a:alpha val="50196"/>
                </a:srgbClr>
              </a:solidFill>
              <a:ln w="12700">
                <a:noFill/>
                <a:prstDash val="solid"/>
              </a:ln>
            </p:spPr>
          </p:sp>
          <p:sp>
            <p:nvSpPr>
              <p:cNvPr id="121" name="Text 27">
                <a:extLst>
                  <a:ext uri="{FF2B5EF4-FFF2-40B4-BE49-F238E27FC236}">
                    <a16:creationId xmlns:a16="http://schemas.microsoft.com/office/drawing/2014/main" id="{CD0F584B-32EA-3E7D-5AB6-7470844C43A9}"/>
                  </a:ext>
                </a:extLst>
              </p:cNvPr>
              <p:cNvSpPr/>
              <p:nvPr/>
            </p:nvSpPr>
            <p:spPr>
              <a:xfrm rot="5400000">
                <a:off x="9321379" y="7239000"/>
                <a:ext cx="330241" cy="33020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sp>
            <p:nvSpPr>
              <p:cNvPr id="122" name="Shape 28">
                <a:extLst>
                  <a:ext uri="{FF2B5EF4-FFF2-40B4-BE49-F238E27FC236}">
                    <a16:creationId xmlns:a16="http://schemas.microsoft.com/office/drawing/2014/main" id="{33B6F124-8774-9C24-721C-3954971CBE60}"/>
                  </a:ext>
                </a:extLst>
              </p:cNvPr>
              <p:cNvSpPr/>
              <p:nvPr/>
            </p:nvSpPr>
            <p:spPr>
              <a:xfrm rot="5400000">
                <a:off x="8254446" y="7239000"/>
                <a:ext cx="330241" cy="330200"/>
              </a:xfrm>
              <a:prstGeom prst="roundRect">
                <a:avLst>
                  <a:gd name="adj" fmla="val 8308"/>
                </a:avLst>
              </a:prstGeom>
              <a:solidFill>
                <a:srgbClr val="06B851">
                  <a:alpha val="50196"/>
                </a:srgbClr>
              </a:solidFill>
              <a:ln w="12700">
                <a:noFill/>
                <a:prstDash val="solid"/>
              </a:ln>
            </p:spPr>
          </p:sp>
          <p:sp>
            <p:nvSpPr>
              <p:cNvPr id="123" name="Text 29">
                <a:extLst>
                  <a:ext uri="{FF2B5EF4-FFF2-40B4-BE49-F238E27FC236}">
                    <a16:creationId xmlns:a16="http://schemas.microsoft.com/office/drawing/2014/main" id="{343E45B8-AE2D-D9BE-DE67-42BB54B3FFDA}"/>
                  </a:ext>
                </a:extLst>
              </p:cNvPr>
              <p:cNvSpPr/>
              <p:nvPr/>
            </p:nvSpPr>
            <p:spPr>
              <a:xfrm rot="5400000">
                <a:off x="8254446" y="7239000"/>
                <a:ext cx="330241" cy="330200"/>
              </a:xfrm>
              <a:prstGeom prst="rect">
                <a:avLst/>
              </a:prstGeom>
              <a:noFill/>
              <a:ln/>
            </p:spPr>
            <p:txBody>
              <a:bodyPr wrap="square" lIns="45720" tIns="91440" rIns="91440" bIns="45720" rtlCol="0" anchor="t"/>
              <a:lstStyle/>
              <a:p>
                <a:pPr marL="0" indent="0">
                  <a:lnSpc>
                    <a:spcPct val="100000"/>
                  </a:lnSpc>
                  <a:buNone/>
                </a:pPr>
                <a:endParaRPr lang="en-US" sz="1600" dirty="0">
                  <a:latin typeface="FZVariable-LanTingHeiK DemiBold" panose="02000600000000000000" pitchFamily="2" charset="-122"/>
                  <a:ea typeface="FZVariable-LanTingHeiK DemiBold" panose="02000600000000000000" pitchFamily="2" charset="-122"/>
                </a:endParaRPr>
              </a:p>
            </p:txBody>
          </p:sp>
          <p:pic>
            <p:nvPicPr>
              <p:cNvPr id="124" name="Image 5" descr="https://kimi-img.moonshot.cn/pub/slides/slides_tmpl/image/25-06-01-00:24:57-d0tiqmc75iks2gau4ljg.svg">
                <a:extLst>
                  <a:ext uri="{FF2B5EF4-FFF2-40B4-BE49-F238E27FC236}">
                    <a16:creationId xmlns:a16="http://schemas.microsoft.com/office/drawing/2014/main" id="{65AB0086-4C22-077C-0964-3D95197DBC7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724404" y="7397750"/>
                <a:ext cx="444556" cy="12700"/>
              </a:xfrm>
              <a:prstGeom prst="rect">
                <a:avLst/>
              </a:prstGeom>
            </p:spPr>
          </p:pic>
          <p:pic>
            <p:nvPicPr>
              <p:cNvPr id="125" name="Image 6" descr="https://kimi-img.moonshot.cn/pub/slides/slides_tmpl/image/25-06-01-00:24:57-d0tiqmc75iks2gau4li0.svg">
                <a:extLst>
                  <a:ext uri="{FF2B5EF4-FFF2-40B4-BE49-F238E27FC236}">
                    <a16:creationId xmlns:a16="http://schemas.microsoft.com/office/drawing/2014/main" id="{5B6CEC27-F499-D425-FD7E-ECED051F904B}"/>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940331" y="7181850"/>
                <a:ext cx="12702" cy="444500"/>
              </a:xfrm>
              <a:prstGeom prst="rect">
                <a:avLst/>
              </a:prstGeom>
            </p:spPr>
          </p:pic>
          <p:pic>
            <p:nvPicPr>
              <p:cNvPr id="126" name="Image 7" descr="https://kimi-img.moonshot.cn/pub/slides/slides_tmpl/image/25-06-01-00:24:57-d0tiqmc75iks2gau4lk0.svg">
                <a:extLst>
                  <a:ext uri="{FF2B5EF4-FFF2-40B4-BE49-F238E27FC236}">
                    <a16:creationId xmlns:a16="http://schemas.microsoft.com/office/drawing/2014/main" id="{171C0C12-5BFA-4082-E1BA-141F99D3E1A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785021" y="7242455"/>
                <a:ext cx="323326" cy="323289"/>
              </a:xfrm>
              <a:prstGeom prst="rect">
                <a:avLst/>
              </a:prstGeom>
            </p:spPr>
          </p:pic>
          <p:pic>
            <p:nvPicPr>
              <p:cNvPr id="127" name="Image 8" descr="https://kimi-img.moonshot.cn/pub/slides/slides_tmpl/image/25-06-01-00:24:57-d0tiqmc75iks2gau4lig.svg">
                <a:extLst>
                  <a:ext uri="{FF2B5EF4-FFF2-40B4-BE49-F238E27FC236}">
                    <a16:creationId xmlns:a16="http://schemas.microsoft.com/office/drawing/2014/main" id="{612CB9B2-09E9-B109-BB86-D19C5FAF6E19}"/>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785021" y="7242452"/>
                <a:ext cx="323326" cy="323289"/>
              </a:xfrm>
              <a:prstGeom prst="rect">
                <a:avLst/>
              </a:prstGeom>
            </p:spPr>
          </p:pic>
        </p:grpSp>
        <p:sp>
          <p:nvSpPr>
            <p:cNvPr id="1025" name="Text 1">
              <a:extLst>
                <a:ext uri="{FF2B5EF4-FFF2-40B4-BE49-F238E27FC236}">
                  <a16:creationId xmlns:a16="http://schemas.microsoft.com/office/drawing/2014/main" id="{D30B3EB7-8DEB-4F40-3C16-B82A76D7187B}"/>
                </a:ext>
              </a:extLst>
            </p:cNvPr>
            <p:cNvSpPr/>
            <p:nvPr/>
          </p:nvSpPr>
          <p:spPr>
            <a:xfrm>
              <a:off x="14337798" y="3441564"/>
              <a:ext cx="3818522" cy="1527311"/>
            </a:xfrm>
            <a:prstGeom prst="rect">
              <a:avLst/>
            </a:prstGeom>
            <a:noFill/>
            <a:ln/>
          </p:spPr>
          <p:txBody>
            <a:bodyPr wrap="square" lIns="0" tIns="0" rIns="0" bIns="0" rtlCol="0" anchor="t"/>
            <a:lstStyle/>
            <a:p>
              <a:pPr algn="just">
                <a:lnSpc>
                  <a:spcPct val="150000"/>
                </a:lnSpc>
              </a:pPr>
              <a:r>
                <a:rPr lang="zh-CN" altLang="en-US" sz="1400" dirty="0">
                  <a:solidFill>
                    <a:schemeClr val="bg1">
                      <a:lumMod val="65000"/>
                    </a:schemeClr>
                  </a:solidFill>
                  <a:latin typeface="FZVariable-LanTingHeiK Normal" panose="02000600000000000000" pitchFamily="2" charset="-122"/>
                  <a:ea typeface="FZVariable-LanTingHeiK Normal" panose="02000600000000000000" pitchFamily="2" charset="-122"/>
                </a:rPr>
                <a:t>有效保障数据时效性与连贯性，为精准分析用户行为、把握市场动态提供可靠时间维度支撑。</a:t>
              </a:r>
              <a:endParaRPr lang="en-US" sz="1400" dirty="0">
                <a:solidFill>
                  <a:schemeClr val="bg1">
                    <a:lumMod val="65000"/>
                  </a:schemeClr>
                </a:solidFill>
                <a:latin typeface="FZVariable-LanTingHeiK Normal" panose="02000600000000000000" pitchFamily="2" charset="-122"/>
                <a:ea typeface="FZVariable-LanTingHeiK Normal" panose="02000600000000000000" pitchFamily="2" charset="-122"/>
              </a:endParaRPr>
            </a:p>
          </p:txBody>
        </p:sp>
        <p:sp>
          <p:nvSpPr>
            <p:cNvPr id="1030" name="Text 8">
              <a:extLst>
                <a:ext uri="{FF2B5EF4-FFF2-40B4-BE49-F238E27FC236}">
                  <a16:creationId xmlns:a16="http://schemas.microsoft.com/office/drawing/2014/main" id="{4BCC45F7-BF04-994B-613E-9C8233CDF6E1}"/>
                </a:ext>
              </a:extLst>
            </p:cNvPr>
            <p:cNvSpPr/>
            <p:nvPr/>
          </p:nvSpPr>
          <p:spPr>
            <a:xfrm>
              <a:off x="15100601" y="5162232"/>
              <a:ext cx="4019249" cy="492443"/>
            </a:xfrm>
            <a:prstGeom prst="rect">
              <a:avLst/>
            </a:prstGeom>
            <a:noFill/>
            <a:ln/>
          </p:spPr>
          <p:txBody>
            <a:bodyPr wrap="square" lIns="0" tIns="0" rIns="0" bIns="0" rtlCol="0" anchor="t">
              <a:spAutoFit/>
            </a:bodyPr>
            <a:lstStyle/>
            <a:p>
              <a:pPr marL="0" indent="0" algn="l">
                <a:lnSpc>
                  <a:spcPct val="100000"/>
                </a:lnSpc>
                <a:buNone/>
              </a:pPr>
              <a:r>
                <a:rPr lang="zh-CN" altLang="en-US" sz="20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rPr>
                <a:t>全媒体覆盖率 </a:t>
              </a:r>
              <a:r>
                <a:rPr lang="en-US" altLang="zh-CN" sz="32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rPr>
                <a:t>98%</a:t>
              </a:r>
              <a:endParaRPr lang="en-US" altLang="zh-CN" sz="20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endParaRPr>
            </a:p>
          </p:txBody>
        </p:sp>
        <p:sp>
          <p:nvSpPr>
            <p:cNvPr id="1031" name="Text 8">
              <a:extLst>
                <a:ext uri="{FF2B5EF4-FFF2-40B4-BE49-F238E27FC236}">
                  <a16:creationId xmlns:a16="http://schemas.microsoft.com/office/drawing/2014/main" id="{7C37CAB5-B39E-DF4A-E93E-A06CD6E89302}"/>
                </a:ext>
              </a:extLst>
            </p:cNvPr>
            <p:cNvSpPr/>
            <p:nvPr/>
          </p:nvSpPr>
          <p:spPr>
            <a:xfrm>
              <a:off x="14639304" y="7407275"/>
              <a:ext cx="5090146" cy="492443"/>
            </a:xfrm>
            <a:prstGeom prst="rect">
              <a:avLst/>
            </a:prstGeom>
            <a:noFill/>
            <a:ln/>
          </p:spPr>
          <p:txBody>
            <a:bodyPr wrap="square" lIns="0" tIns="0" rIns="0" bIns="0" rtlCol="0" anchor="t">
              <a:spAutoFit/>
            </a:bodyPr>
            <a:lstStyle/>
            <a:p>
              <a:pPr marL="0" indent="0" algn="l">
                <a:lnSpc>
                  <a:spcPct val="100000"/>
                </a:lnSpc>
                <a:buNone/>
              </a:pPr>
              <a:r>
                <a:rPr lang="zh-CN" altLang="en-US" sz="20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rPr>
                <a:t>全链路渗透率 </a:t>
              </a:r>
              <a:r>
                <a:rPr lang="en-US" altLang="zh-CN" sz="32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rPr>
                <a:t>70%</a:t>
              </a:r>
              <a:endParaRPr lang="en-US" altLang="zh-CN" sz="2000" dirty="0">
                <a:solidFill>
                  <a:schemeClr val="tx1">
                    <a:lumMod val="75000"/>
                    <a:lumOff val="25000"/>
                  </a:schemeClr>
                </a:solidFill>
                <a:latin typeface="FZVariable-LanTingHeiK DemiBold" panose="02000600000000000000" pitchFamily="2" charset="-122"/>
                <a:ea typeface="FZVariable-LanTingHeiK DemiBold" panose="02000600000000000000" pitchFamily="2" charset="-122"/>
                <a:cs typeface="MiSans" pitchFamily="34" charset="-120"/>
              </a:endParaRPr>
            </a:p>
          </p:txBody>
        </p:sp>
        <p:sp>
          <p:nvSpPr>
            <p:cNvPr id="1032" name="Text 1">
              <a:extLst>
                <a:ext uri="{FF2B5EF4-FFF2-40B4-BE49-F238E27FC236}">
                  <a16:creationId xmlns:a16="http://schemas.microsoft.com/office/drawing/2014/main" id="{A3BE929F-E9AA-0EB2-C148-66D48917E728}"/>
                </a:ext>
              </a:extLst>
            </p:cNvPr>
            <p:cNvSpPr/>
            <p:nvPr/>
          </p:nvSpPr>
          <p:spPr>
            <a:xfrm>
              <a:off x="15164800" y="5803764"/>
              <a:ext cx="3512236" cy="1527311"/>
            </a:xfrm>
            <a:prstGeom prst="rect">
              <a:avLst/>
            </a:prstGeom>
            <a:noFill/>
            <a:ln/>
          </p:spPr>
          <p:txBody>
            <a:bodyPr wrap="square" lIns="0" tIns="0" rIns="0" bIns="0" rtlCol="0" anchor="t"/>
            <a:lstStyle/>
            <a:p>
              <a:pPr algn="just">
                <a:lnSpc>
                  <a:spcPct val="150000"/>
                </a:lnSpc>
              </a:pPr>
              <a:r>
                <a:rPr lang="zh-CN" altLang="en-US" sz="1400" dirty="0">
                  <a:solidFill>
                    <a:schemeClr val="bg1">
                      <a:lumMod val="65000"/>
                    </a:schemeClr>
                  </a:solidFill>
                  <a:latin typeface="FZVariable-LanTingHeiK Normal" panose="02000600000000000000" pitchFamily="2" charset="-122"/>
                  <a:ea typeface="FZVariable-LanTingHeiK Normal" panose="02000600000000000000" pitchFamily="2" charset="-122"/>
                </a:rPr>
                <a:t>涵盖小红书及其他非小红书平台，拓宽数据视野，助力全方位洞察用户偏好与市场趋势。</a:t>
              </a:r>
              <a:endParaRPr lang="en-US" sz="1400" dirty="0">
                <a:solidFill>
                  <a:schemeClr val="bg1">
                    <a:lumMod val="65000"/>
                  </a:schemeClr>
                </a:solidFill>
                <a:latin typeface="FZVariable-LanTingHeiK Normal" panose="02000600000000000000" pitchFamily="2" charset="-122"/>
                <a:ea typeface="FZVariable-LanTingHeiK Normal" panose="02000600000000000000" pitchFamily="2" charset="-122"/>
              </a:endParaRPr>
            </a:p>
          </p:txBody>
        </p:sp>
        <p:sp>
          <p:nvSpPr>
            <p:cNvPr id="1033" name="Text 1">
              <a:extLst>
                <a:ext uri="{FF2B5EF4-FFF2-40B4-BE49-F238E27FC236}">
                  <a16:creationId xmlns:a16="http://schemas.microsoft.com/office/drawing/2014/main" id="{6FDC1814-FA9C-2E39-CC70-4B786827D876}"/>
                </a:ext>
              </a:extLst>
            </p:cNvPr>
            <p:cNvSpPr/>
            <p:nvPr/>
          </p:nvSpPr>
          <p:spPr>
            <a:xfrm>
              <a:off x="14812258" y="8089764"/>
              <a:ext cx="3685430" cy="1527311"/>
            </a:xfrm>
            <a:prstGeom prst="rect">
              <a:avLst/>
            </a:prstGeom>
            <a:noFill/>
            <a:ln/>
          </p:spPr>
          <p:txBody>
            <a:bodyPr wrap="square" lIns="0" tIns="0" rIns="0" bIns="0" rtlCol="0" anchor="t"/>
            <a:lstStyle/>
            <a:p>
              <a:pPr marL="0" algn="just">
                <a:lnSpc>
                  <a:spcPct val="150000"/>
                </a:lnSpc>
                <a:buNone/>
              </a:pPr>
              <a:r>
                <a:rPr lang="zh-CN" altLang="en-US" sz="1400" dirty="0">
                  <a:solidFill>
                    <a:schemeClr val="bg1">
                      <a:lumMod val="65000"/>
                    </a:schemeClr>
                  </a:solidFill>
                  <a:latin typeface="FZVariable-LanTingHeiK Normal" panose="02000600000000000000" pitchFamily="2" charset="-122"/>
                  <a:ea typeface="FZVariable-LanTingHeiK Normal" panose="02000600000000000000" pitchFamily="2" charset="-122"/>
                </a:rPr>
                <a:t>覆盖留资、到店、试驾、成交全用户旅程，形成完整数据链条，优化营销策略，提升转化率。</a:t>
              </a:r>
              <a:endParaRPr lang="en-US" sz="1400" dirty="0">
                <a:solidFill>
                  <a:schemeClr val="bg1">
                    <a:lumMod val="65000"/>
                  </a:schemeClr>
                </a:solidFill>
                <a:latin typeface="FZVariable-LanTingHeiK Normal" panose="02000600000000000000" pitchFamily="2" charset="-122"/>
                <a:ea typeface="FZVariable-LanTingHeiK Normal" panose="02000600000000000000" pitchFamily="2" charset="-122"/>
              </a:endParaRPr>
            </a:p>
          </p:txBody>
        </p:sp>
      </p:grpSp>
      <p:pic>
        <p:nvPicPr>
          <p:cNvPr id="1028" name="Picture 4" descr="凯迪拉克也换Logo了！单色图标简洁轻便- 数英">
            <a:extLst>
              <a:ext uri="{FF2B5EF4-FFF2-40B4-BE49-F238E27FC236}">
                <a16:creationId xmlns:a16="http://schemas.microsoft.com/office/drawing/2014/main" id="{B1760081-D6FE-A9F1-9074-FD4AD56586E4}"/>
              </a:ext>
            </a:extLst>
          </p:cNvPr>
          <p:cNvPicPr>
            <a:picLocks noChangeAspect="1" noChangeArrowheads="1"/>
          </p:cNvPicPr>
          <p:nvPr/>
        </p:nvPicPr>
        <p:blipFill rotWithShape="1">
          <a:blip r:embed="rId29" cstate="print">
            <a:extLst>
              <a:ext uri="{28A0092B-C50C-407E-A947-70E740481C1C}">
                <a14:useLocalDpi xmlns:a14="http://schemas.microsoft.com/office/drawing/2010/main" val="0"/>
              </a:ext>
            </a:extLst>
          </a:blip>
          <a:srcRect l="46698" t="23653" r="5428" b="33562"/>
          <a:stretch>
            <a:fillRect/>
          </a:stretch>
        </p:blipFill>
        <p:spPr bwMode="auto">
          <a:xfrm>
            <a:off x="3087357" y="3152541"/>
            <a:ext cx="1169778" cy="70614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别克logo">
            <a:extLst>
              <a:ext uri="{FF2B5EF4-FFF2-40B4-BE49-F238E27FC236}">
                <a16:creationId xmlns:a16="http://schemas.microsoft.com/office/drawing/2014/main" id="{CBCA7581-8F3B-AF85-1514-3481F760B16A}"/>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20992" y="3220155"/>
            <a:ext cx="721722" cy="57091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C481CFF3-1DB1-C7A1-9BC2-89DFA4417B1F}"/>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306572" y="3282171"/>
            <a:ext cx="1642951" cy="44688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长城汽车标志设计是以长城的峰火台为主图形用以浮雕的手法来表现 ...">
            <a:extLst>
              <a:ext uri="{FF2B5EF4-FFF2-40B4-BE49-F238E27FC236}">
                <a16:creationId xmlns:a16="http://schemas.microsoft.com/office/drawing/2014/main" id="{61D70AB2-7948-4998-53E2-282669CF0D0C}"/>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1591221" y="4617815"/>
            <a:ext cx="1240763" cy="94628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A3B143A5-450E-9E74-F191-D567520CDAA1}"/>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3091583" y="4788054"/>
            <a:ext cx="720767" cy="603283"/>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方程豹汽车logo含义及汽车品牌理念-诗宸标志设计">
            <a:extLst>
              <a:ext uri="{FF2B5EF4-FFF2-40B4-BE49-F238E27FC236}">
                <a16:creationId xmlns:a16="http://schemas.microsoft.com/office/drawing/2014/main" id="{FF2389BD-D0F1-F7D4-A420-CADA0F49D30F}"/>
              </a:ext>
            </a:extLst>
          </p:cNvPr>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3886066" y="4679812"/>
            <a:ext cx="1233440" cy="822293"/>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途虎养车logo标志矢量图- 设计之家">
            <a:extLst>
              <a:ext uri="{FF2B5EF4-FFF2-40B4-BE49-F238E27FC236}">
                <a16:creationId xmlns:a16="http://schemas.microsoft.com/office/drawing/2014/main" id="{842970FF-639D-0E31-A1F4-80473E80DBE4}"/>
              </a:ext>
            </a:extLst>
          </p:cNvPr>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5130449" y="4670270"/>
            <a:ext cx="1165497" cy="841377"/>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00E63A62-92D4-CE20-4199-D30D71337877}"/>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1923289" y="6503943"/>
            <a:ext cx="651487" cy="651487"/>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沃尔沃换上了新logo，“铁标”彻底扁平化| 理想生活实验室- 为更理想的生活">
            <a:extLst>
              <a:ext uri="{FF2B5EF4-FFF2-40B4-BE49-F238E27FC236}">
                <a16:creationId xmlns:a16="http://schemas.microsoft.com/office/drawing/2014/main" id="{927E6A14-227B-4CED-6080-AD0539E92977}"/>
              </a:ext>
            </a:extLst>
          </p:cNvPr>
          <p:cNvPicPr>
            <a:picLocks noChangeAspect="1" noChangeArrowheads="1"/>
          </p:cNvPicPr>
          <p:nvPr/>
        </p:nvPicPr>
        <p:blipFill rotWithShape="1">
          <a:blip r:embed="rId37" cstate="print">
            <a:extLst>
              <a:ext uri="{28A0092B-C50C-407E-A947-70E740481C1C}">
                <a14:useLocalDpi xmlns:a14="http://schemas.microsoft.com/office/drawing/2010/main" val="0"/>
              </a:ext>
            </a:extLst>
          </a:blip>
          <a:srcRect l="19036" r="25062"/>
          <a:stretch>
            <a:fillRect/>
          </a:stretch>
        </p:blipFill>
        <p:spPr bwMode="auto">
          <a:xfrm>
            <a:off x="2705491" y="6461326"/>
            <a:ext cx="732155" cy="736722"/>
          </a:xfrm>
          <a:prstGeom prst="rect">
            <a:avLst/>
          </a:prstGeom>
          <a:noFill/>
          <a:extLst>
            <a:ext uri="{909E8E84-426E-40DD-AFC4-6F175D3DCCD1}">
              <a14:hiddenFill xmlns:a14="http://schemas.microsoft.com/office/drawing/2010/main">
                <a:solidFill>
                  <a:srgbClr val="FFFFFF"/>
                </a:solidFill>
              </a14:hiddenFill>
            </a:ext>
          </a:extLst>
        </p:spPr>
      </p:pic>
      <p:pic>
        <p:nvPicPr>
          <p:cNvPr id="1062" name="Picture 38">
            <a:extLst>
              <a:ext uri="{FF2B5EF4-FFF2-40B4-BE49-F238E27FC236}">
                <a16:creationId xmlns:a16="http://schemas.microsoft.com/office/drawing/2014/main" id="{68341504-8009-9BFE-781E-7DE22566E11B}"/>
              </a:ext>
            </a:extLst>
          </p:cNvPr>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flipV="1">
            <a:off x="3726760" y="6662462"/>
            <a:ext cx="939464" cy="334450"/>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路特斯换上了新logo，它传承了70 年来品牌历史和创始人精神| 理想生活实验室- 为更理想的生活">
            <a:extLst>
              <a:ext uri="{FF2B5EF4-FFF2-40B4-BE49-F238E27FC236}">
                <a16:creationId xmlns:a16="http://schemas.microsoft.com/office/drawing/2014/main" id="{D634B14B-7D9B-9DFE-1EE3-65EA67569A7E}"/>
              </a:ext>
            </a:extLst>
          </p:cNvPr>
          <p:cNvPicPr>
            <a:picLocks noChangeAspect="1" noChangeArrowheads="1"/>
          </p:cNvPicPr>
          <p:nvPr/>
        </p:nvPicPr>
        <p:blipFill rotWithShape="1">
          <a:blip r:embed="rId39" cstate="print">
            <a:extLst>
              <a:ext uri="{28A0092B-C50C-407E-A947-70E740481C1C}">
                <a14:useLocalDpi xmlns:a14="http://schemas.microsoft.com/office/drawing/2010/main" val="0"/>
              </a:ext>
            </a:extLst>
          </a:blip>
          <a:srcRect l="28553" r="30796"/>
          <a:stretch>
            <a:fillRect/>
          </a:stretch>
        </p:blipFill>
        <p:spPr bwMode="auto">
          <a:xfrm>
            <a:off x="4927655" y="6469883"/>
            <a:ext cx="780071" cy="719606"/>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鸿蒙智行_百度百科">
            <a:extLst>
              <a:ext uri="{FF2B5EF4-FFF2-40B4-BE49-F238E27FC236}">
                <a16:creationId xmlns:a16="http://schemas.microsoft.com/office/drawing/2014/main" id="{51792413-E6B8-A430-1ED5-BAE92A2D5928}"/>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2570553" y="8114170"/>
            <a:ext cx="652464" cy="652464"/>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48" descr="蔚来汽车LOGO设计含义来自Blue Sky Coming，以上下设计结构分别寓意_空灵LOGO设计公司">
            <a:extLst>
              <a:ext uri="{FF2B5EF4-FFF2-40B4-BE49-F238E27FC236}">
                <a16:creationId xmlns:a16="http://schemas.microsoft.com/office/drawing/2014/main" id="{FDE5854D-D00B-E8FC-D8F0-88A0CE144BCC}"/>
              </a:ext>
            </a:extLst>
          </p:cNvPr>
          <p:cNvPicPr>
            <a:picLocks noChangeAspect="1" noChangeArrowheads="1"/>
          </p:cNvPicPr>
          <p:nvPr/>
        </p:nvPicPr>
        <p:blipFill rotWithShape="1">
          <a:blip r:embed="rId41" cstate="print">
            <a:extLst>
              <a:ext uri="{28A0092B-C50C-407E-A947-70E740481C1C}">
                <a14:useLocalDpi xmlns:a14="http://schemas.microsoft.com/office/drawing/2010/main" val="0"/>
              </a:ext>
            </a:extLst>
          </a:blip>
          <a:srcRect l="20975" t="26307" r="18283" b="23760"/>
          <a:stretch>
            <a:fillRect/>
          </a:stretch>
        </p:blipFill>
        <p:spPr bwMode="auto">
          <a:xfrm>
            <a:off x="3485562" y="8225329"/>
            <a:ext cx="912296" cy="421874"/>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descr="理想汽车车标，理想汽车LOGO，理想汽车车标图案、矢量图及含义由来- 车标网">
            <a:extLst>
              <a:ext uri="{FF2B5EF4-FFF2-40B4-BE49-F238E27FC236}">
                <a16:creationId xmlns:a16="http://schemas.microsoft.com/office/drawing/2014/main" id="{20B948E3-60D6-7B3A-B565-D30B6BEAA4D7}"/>
              </a:ext>
            </a:extLst>
          </p:cNvPr>
          <p:cNvPicPr>
            <a:picLocks noChangeAspect="1" noChangeArrowheads="1"/>
          </p:cNvPicPr>
          <p:nvPr/>
        </p:nvPicPr>
        <p:blipFill rotWithShape="1">
          <a:blip r:embed="rId42" cstate="print">
            <a:extLst>
              <a:ext uri="{28A0092B-C50C-407E-A947-70E740481C1C}">
                <a14:useLocalDpi xmlns:a14="http://schemas.microsoft.com/office/drawing/2010/main" val="0"/>
              </a:ext>
            </a:extLst>
          </a:blip>
          <a:srcRect l="25602" t="18431" r="26403" b="16879"/>
          <a:stretch>
            <a:fillRect/>
          </a:stretch>
        </p:blipFill>
        <p:spPr bwMode="auto">
          <a:xfrm>
            <a:off x="4596644" y="8240049"/>
            <a:ext cx="848441" cy="462341"/>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descr="智己汽车IM Motors Logo - 云瑞Logo资源库">
            <a:extLst>
              <a:ext uri="{FF2B5EF4-FFF2-40B4-BE49-F238E27FC236}">
                <a16:creationId xmlns:a16="http://schemas.microsoft.com/office/drawing/2014/main" id="{9A46F887-994A-8834-C43C-C1303BA43AEA}"/>
              </a:ext>
            </a:extLst>
          </p:cNvPr>
          <p:cNvPicPr>
            <a:picLocks noChangeAspect="1" noChangeArrowheads="1"/>
          </p:cNvPicPr>
          <p:nvPr/>
        </p:nvPicPr>
        <p:blipFill>
          <a:blip r:embed="rId43" cstate="print">
            <a:extLst>
              <a:ext uri="{28A0092B-C50C-407E-A947-70E740481C1C}">
                <a14:useLocalDpi xmlns:a14="http://schemas.microsoft.com/office/drawing/2010/main" val="0"/>
              </a:ext>
            </a:extLst>
          </a:blip>
          <a:srcRect/>
          <a:stretch>
            <a:fillRect/>
          </a:stretch>
        </p:blipFill>
        <p:spPr bwMode="auto">
          <a:xfrm>
            <a:off x="5609300" y="8310243"/>
            <a:ext cx="621288" cy="349499"/>
          </a:xfrm>
          <a:prstGeom prst="rect">
            <a:avLst/>
          </a:prstGeom>
          <a:noFill/>
          <a:extLst>
            <a:ext uri="{909E8E84-426E-40DD-AFC4-6F175D3DCCD1}">
              <a14:hiddenFill xmlns:a14="http://schemas.microsoft.com/office/drawing/2010/main">
                <a:solidFill>
                  <a:srgbClr val="FFFFFF"/>
                </a:solidFill>
              </a14:hiddenFill>
            </a:ext>
          </a:extLst>
        </p:spPr>
      </p:pic>
      <p:pic>
        <p:nvPicPr>
          <p:cNvPr id="80" name="Image 12" descr="https://kimi-img.moonshot.cn/pub/slides/slides_tmpl/image/25-06-01-00:24:57-d0tiqmc75iks2gau4lm0.svg">
            <a:extLst>
              <a:ext uri="{FF2B5EF4-FFF2-40B4-BE49-F238E27FC236}">
                <a16:creationId xmlns:a16="http://schemas.microsoft.com/office/drawing/2014/main" id="{A165D139-00C5-0501-BD8E-A1319D4B05B4}"/>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911120" y="2951390"/>
            <a:ext cx="862285" cy="8981"/>
          </a:xfrm>
          <a:prstGeom prst="rect">
            <a:avLst/>
          </a:prstGeom>
        </p:spPr>
      </p:pic>
      <p:sp>
        <p:nvSpPr>
          <p:cNvPr id="81" name="文本框 80">
            <a:extLst>
              <a:ext uri="{FF2B5EF4-FFF2-40B4-BE49-F238E27FC236}">
                <a16:creationId xmlns:a16="http://schemas.microsoft.com/office/drawing/2014/main" id="{91D4C846-A634-F852-3BA6-5B144A798539}"/>
              </a:ext>
            </a:extLst>
          </p:cNvPr>
          <p:cNvSpPr txBox="1"/>
          <p:nvPr/>
        </p:nvSpPr>
        <p:spPr>
          <a:xfrm>
            <a:off x="2309122" y="4172467"/>
            <a:ext cx="1169778" cy="461665"/>
          </a:xfrm>
          <a:prstGeom prst="rect">
            <a:avLst/>
          </a:prstGeom>
          <a:noFill/>
        </p:spPr>
        <p:txBody>
          <a:bodyPr wrap="square">
            <a:spAutoFit/>
          </a:bodyPr>
          <a:lstStyle/>
          <a:p>
            <a:pPr algn="l"/>
            <a:r>
              <a:rPr lang="zh-CN" altLang="en-US" sz="2400" u="none" strike="noStrike" dirty="0">
                <a:solidFill>
                  <a:schemeClr val="tx1">
                    <a:lumMod val="75000"/>
                    <a:lumOff val="25000"/>
                  </a:schemeClr>
                </a:solidFill>
                <a:effectLst/>
                <a:latin typeface="FZVariable-LanTingHeiK DemiBold" panose="02000600000000000000" pitchFamily="2" charset="-122"/>
                <a:ea typeface="FZVariable-LanTingHeiK DemiBold" panose="02000600000000000000" pitchFamily="2" charset="-122"/>
              </a:rPr>
              <a:t>自主</a:t>
            </a:r>
          </a:p>
        </p:txBody>
      </p:sp>
      <p:pic>
        <p:nvPicPr>
          <p:cNvPr id="1078" name="Picture 54" descr="一汽-大众汽车- 维基百科，自由的百科全书">
            <a:extLst>
              <a:ext uri="{FF2B5EF4-FFF2-40B4-BE49-F238E27FC236}">
                <a16:creationId xmlns:a16="http://schemas.microsoft.com/office/drawing/2014/main" id="{99DB6A87-0D00-4A13-02AD-510208CF8410}"/>
              </a:ext>
            </a:extLst>
          </p:cNvPr>
          <p:cNvPicPr>
            <a:picLocks noChangeAspect="1" noChangeArrowheads="1"/>
          </p:cNvPicPr>
          <p:nvPr/>
        </p:nvPicPr>
        <p:blipFill>
          <a:blip r:embed="rId46" cstate="print">
            <a:extLst>
              <a:ext uri="{28A0092B-C50C-407E-A947-70E740481C1C}">
                <a14:useLocalDpi xmlns:a14="http://schemas.microsoft.com/office/drawing/2010/main" val="0"/>
              </a:ext>
            </a:extLst>
          </a:blip>
          <a:srcRect/>
          <a:stretch>
            <a:fillRect/>
          </a:stretch>
        </p:blipFill>
        <p:spPr bwMode="auto">
          <a:xfrm>
            <a:off x="2113049" y="3192576"/>
            <a:ext cx="810450" cy="626073"/>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组合 81">
            <a:extLst>
              <a:ext uri="{FF2B5EF4-FFF2-40B4-BE49-F238E27FC236}">
                <a16:creationId xmlns:a16="http://schemas.microsoft.com/office/drawing/2014/main" id="{84AEB4EE-4CB1-A36B-1304-03C6B146AC6E}"/>
              </a:ext>
            </a:extLst>
          </p:cNvPr>
          <p:cNvGrpSpPr/>
          <p:nvPr/>
        </p:nvGrpSpPr>
        <p:grpSpPr>
          <a:xfrm>
            <a:off x="1565915" y="4221287"/>
            <a:ext cx="923237" cy="751762"/>
            <a:chOff x="1266569" y="3331057"/>
            <a:chExt cx="1291514" cy="1051637"/>
          </a:xfrm>
        </p:grpSpPr>
        <p:sp>
          <p:nvSpPr>
            <p:cNvPr id="83" name="Shape 12">
              <a:extLst>
                <a:ext uri="{FF2B5EF4-FFF2-40B4-BE49-F238E27FC236}">
                  <a16:creationId xmlns:a16="http://schemas.microsoft.com/office/drawing/2014/main" id="{56B08F3C-1962-EE17-9077-AD21025614CD}"/>
                </a:ext>
              </a:extLst>
            </p:cNvPr>
            <p:cNvSpPr/>
            <p:nvPr/>
          </p:nvSpPr>
          <p:spPr>
            <a:xfrm>
              <a:off x="1563224" y="3331057"/>
              <a:ext cx="647299" cy="647218"/>
            </a:xfrm>
            <a:prstGeom prst="ellipse">
              <a:avLst/>
            </a:prstGeom>
            <a:solidFill>
              <a:srgbClr val="2DDB77"/>
            </a:solidFill>
            <a:ln w="12700">
              <a:noFill/>
              <a:prstDash val="solid"/>
            </a:ln>
          </p:spPr>
        </p:sp>
        <p:sp>
          <p:nvSpPr>
            <p:cNvPr id="84" name="Text 13">
              <a:extLst>
                <a:ext uri="{FF2B5EF4-FFF2-40B4-BE49-F238E27FC236}">
                  <a16:creationId xmlns:a16="http://schemas.microsoft.com/office/drawing/2014/main" id="{89E35984-BD5A-EA9A-0014-2BB68F8924C7}"/>
                </a:ext>
              </a:extLst>
            </p:cNvPr>
            <p:cNvSpPr/>
            <p:nvPr/>
          </p:nvSpPr>
          <p:spPr>
            <a:xfrm>
              <a:off x="1563224" y="3331057"/>
              <a:ext cx="994859" cy="994734"/>
            </a:xfrm>
            <a:prstGeom prst="rect">
              <a:avLst/>
            </a:prstGeom>
            <a:noFill/>
            <a:ln/>
          </p:spPr>
          <p:txBody>
            <a:bodyPr wrap="square" lIns="37695" tIns="75390" rIns="75390" bIns="37695" rtlCol="0" anchor="t"/>
            <a:lstStyle/>
            <a:p>
              <a:endParaRPr lang="en-US" sz="3200" dirty="0">
                <a:latin typeface="FZVariable-LanTingHeiK DemiBold" panose="02000600000000000000" pitchFamily="2" charset="-122"/>
                <a:ea typeface="FZVariable-LanTingHeiK DemiBold" panose="02000600000000000000" pitchFamily="2" charset="-122"/>
              </a:endParaRPr>
            </a:p>
          </p:txBody>
        </p:sp>
        <p:sp>
          <p:nvSpPr>
            <p:cNvPr id="85" name="Text 14">
              <a:extLst>
                <a:ext uri="{FF2B5EF4-FFF2-40B4-BE49-F238E27FC236}">
                  <a16:creationId xmlns:a16="http://schemas.microsoft.com/office/drawing/2014/main" id="{70C051D0-5078-44AE-53EF-F9E201D6D0BD}"/>
                </a:ext>
              </a:extLst>
            </p:cNvPr>
            <p:cNvSpPr/>
            <p:nvPr/>
          </p:nvSpPr>
          <p:spPr>
            <a:xfrm>
              <a:off x="1266569" y="3387960"/>
              <a:ext cx="1246191" cy="994734"/>
            </a:xfrm>
            <a:prstGeom prst="rect">
              <a:avLst/>
            </a:prstGeom>
            <a:noFill/>
            <a:ln/>
          </p:spPr>
          <p:txBody>
            <a:bodyPr wrap="square" lIns="0" tIns="0" rIns="0" bIns="0" rtlCol="0" anchor="t"/>
            <a:lstStyle/>
            <a:p>
              <a:pPr algn="ctr"/>
              <a:r>
                <a:rPr lang="en-US" altLang="zh-CN" sz="2800" dirty="0">
                  <a:solidFill>
                    <a:schemeClr val="bg1"/>
                  </a:solidFill>
                  <a:latin typeface="FZVariable-LanTingHeiK DemiBold" panose="02000600000000000000" pitchFamily="2" charset="-122"/>
                  <a:ea typeface="FZVariable-LanTingHeiK DemiBold" panose="02000600000000000000" pitchFamily="2" charset="-122"/>
                  <a:cs typeface="MiSans" pitchFamily="34" charset="-120"/>
                </a:rPr>
                <a:t>2</a:t>
              </a:r>
              <a:endParaRPr lang="en-US" sz="2800" dirty="0">
                <a:solidFill>
                  <a:schemeClr val="bg1"/>
                </a:solidFill>
                <a:latin typeface="FZVariable-LanTingHeiK DemiBold" panose="02000600000000000000" pitchFamily="2" charset="-122"/>
                <a:ea typeface="FZVariable-LanTingHeiK DemiBold" panose="02000600000000000000" pitchFamily="2" charset="-122"/>
              </a:endParaRPr>
            </a:p>
          </p:txBody>
        </p:sp>
      </p:grpSp>
      <p:pic>
        <p:nvPicPr>
          <p:cNvPr id="86" name="Image 12" descr="https://kimi-img.moonshot.cn/pub/slides/slides_tmpl/image/25-06-01-00:24:57-d0tiqmc75iks2gau4lm0.svg">
            <a:extLst>
              <a:ext uri="{FF2B5EF4-FFF2-40B4-BE49-F238E27FC236}">
                <a16:creationId xmlns:a16="http://schemas.microsoft.com/office/drawing/2014/main" id="{1441213C-82B4-84AA-FE5B-FD4EBD1D050C}"/>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397631" y="4611887"/>
            <a:ext cx="862285" cy="8981"/>
          </a:xfrm>
          <a:prstGeom prst="rect">
            <a:avLst/>
          </a:prstGeom>
        </p:spPr>
      </p:pic>
      <p:sp>
        <p:nvSpPr>
          <p:cNvPr id="87" name="文本框 86">
            <a:extLst>
              <a:ext uri="{FF2B5EF4-FFF2-40B4-BE49-F238E27FC236}">
                <a16:creationId xmlns:a16="http://schemas.microsoft.com/office/drawing/2014/main" id="{1F8FF63D-399D-E065-092E-B32EBD01801D}"/>
              </a:ext>
            </a:extLst>
          </p:cNvPr>
          <p:cNvSpPr txBox="1"/>
          <p:nvPr/>
        </p:nvSpPr>
        <p:spPr>
          <a:xfrm>
            <a:off x="2320007" y="5751431"/>
            <a:ext cx="1169778" cy="461665"/>
          </a:xfrm>
          <a:prstGeom prst="rect">
            <a:avLst/>
          </a:prstGeom>
          <a:noFill/>
        </p:spPr>
        <p:txBody>
          <a:bodyPr wrap="square">
            <a:spAutoFit/>
          </a:bodyPr>
          <a:lstStyle/>
          <a:p>
            <a:pPr algn="l"/>
            <a:r>
              <a:rPr lang="zh-CN" altLang="en-US" sz="2400" u="none" strike="noStrike" dirty="0">
                <a:solidFill>
                  <a:schemeClr val="tx1">
                    <a:lumMod val="75000"/>
                    <a:lumOff val="25000"/>
                  </a:schemeClr>
                </a:solidFill>
                <a:effectLst/>
                <a:latin typeface="FZVariable-LanTingHeiK DemiBold" panose="02000600000000000000" pitchFamily="2" charset="-122"/>
                <a:ea typeface="FZVariable-LanTingHeiK DemiBold" panose="02000600000000000000" pitchFamily="2" charset="-122"/>
              </a:rPr>
              <a:t>豪华</a:t>
            </a:r>
          </a:p>
        </p:txBody>
      </p:sp>
      <p:pic>
        <p:nvPicPr>
          <p:cNvPr id="92" name="Image 12" descr="https://kimi-img.moonshot.cn/pub/slides/slides_tmpl/image/25-06-01-00:24:57-d0tiqmc75iks2gau4lm0.svg">
            <a:extLst>
              <a:ext uri="{FF2B5EF4-FFF2-40B4-BE49-F238E27FC236}">
                <a16:creationId xmlns:a16="http://schemas.microsoft.com/office/drawing/2014/main" id="{47119E69-D391-BBC8-9987-AEB3F8875D19}"/>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389307" y="6220543"/>
            <a:ext cx="862285" cy="8981"/>
          </a:xfrm>
          <a:prstGeom prst="rect">
            <a:avLst/>
          </a:prstGeom>
        </p:spPr>
      </p:pic>
      <p:sp>
        <p:nvSpPr>
          <p:cNvPr id="93" name="文本框 92">
            <a:extLst>
              <a:ext uri="{FF2B5EF4-FFF2-40B4-BE49-F238E27FC236}">
                <a16:creationId xmlns:a16="http://schemas.microsoft.com/office/drawing/2014/main" id="{B13359E8-FCE3-99EA-B2E8-3FE301B6F594}"/>
              </a:ext>
            </a:extLst>
          </p:cNvPr>
          <p:cNvSpPr txBox="1"/>
          <p:nvPr/>
        </p:nvSpPr>
        <p:spPr>
          <a:xfrm>
            <a:off x="3057575" y="7498583"/>
            <a:ext cx="1169778" cy="461665"/>
          </a:xfrm>
          <a:prstGeom prst="rect">
            <a:avLst/>
          </a:prstGeom>
          <a:noFill/>
        </p:spPr>
        <p:txBody>
          <a:bodyPr wrap="square">
            <a:spAutoFit/>
          </a:bodyPr>
          <a:lstStyle/>
          <a:p>
            <a:pPr algn="l"/>
            <a:r>
              <a:rPr lang="zh-CN" altLang="en-US" sz="2400" u="none" strike="noStrike" dirty="0">
                <a:solidFill>
                  <a:schemeClr val="tx1">
                    <a:lumMod val="75000"/>
                    <a:lumOff val="25000"/>
                  </a:schemeClr>
                </a:solidFill>
                <a:effectLst/>
                <a:latin typeface="FZVariable-LanTingHeiK DemiBold" panose="02000600000000000000" pitchFamily="2" charset="-122"/>
                <a:ea typeface="FZVariable-LanTingHeiK DemiBold" panose="02000600000000000000" pitchFamily="2" charset="-122"/>
              </a:rPr>
              <a:t>新势力</a:t>
            </a:r>
          </a:p>
        </p:txBody>
      </p:sp>
      <p:pic>
        <p:nvPicPr>
          <p:cNvPr id="98" name="Image 12" descr="https://kimi-img.moonshot.cn/pub/slides/slides_tmpl/image/25-06-01-00:24:57-d0tiqmc75iks2gau4lm0.svg">
            <a:extLst>
              <a:ext uri="{FF2B5EF4-FFF2-40B4-BE49-F238E27FC236}">
                <a16:creationId xmlns:a16="http://schemas.microsoft.com/office/drawing/2014/main" id="{1530D010-4619-DFC1-CB81-43B9FE7AF899}"/>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125281" y="7947869"/>
            <a:ext cx="862285" cy="8981"/>
          </a:xfrm>
          <a:prstGeom prst="rect">
            <a:avLst/>
          </a:prstGeom>
        </p:spPr>
      </p:pic>
      <p:sp>
        <p:nvSpPr>
          <p:cNvPr id="99" name="文本框 98">
            <a:extLst>
              <a:ext uri="{FF2B5EF4-FFF2-40B4-BE49-F238E27FC236}">
                <a16:creationId xmlns:a16="http://schemas.microsoft.com/office/drawing/2014/main" id="{9EB3666F-4DF5-EAB3-C242-2E5B96233536}"/>
              </a:ext>
            </a:extLst>
          </p:cNvPr>
          <p:cNvSpPr txBox="1"/>
          <p:nvPr/>
        </p:nvSpPr>
        <p:spPr>
          <a:xfrm>
            <a:off x="2838646" y="2503599"/>
            <a:ext cx="1169778" cy="461665"/>
          </a:xfrm>
          <a:prstGeom prst="rect">
            <a:avLst/>
          </a:prstGeom>
          <a:noFill/>
        </p:spPr>
        <p:txBody>
          <a:bodyPr wrap="square">
            <a:spAutoFit/>
          </a:bodyPr>
          <a:lstStyle/>
          <a:p>
            <a:pPr algn="l"/>
            <a:r>
              <a:rPr lang="zh-CN" altLang="en-US" sz="2400" u="none" strike="noStrike" dirty="0">
                <a:solidFill>
                  <a:schemeClr val="tx1">
                    <a:lumMod val="75000"/>
                    <a:lumOff val="25000"/>
                  </a:schemeClr>
                </a:solidFill>
                <a:effectLst/>
                <a:latin typeface="FZVariable-LanTingHeiK DemiBold" panose="02000600000000000000" pitchFamily="2" charset="-122"/>
                <a:ea typeface="FZVariable-LanTingHeiK DemiBold" panose="02000600000000000000" pitchFamily="2" charset="-122"/>
              </a:rPr>
              <a:t>集团</a:t>
            </a:r>
          </a:p>
        </p:txBody>
      </p:sp>
      <p:grpSp>
        <p:nvGrpSpPr>
          <p:cNvPr id="1042" name="组合 1041">
            <a:extLst>
              <a:ext uri="{FF2B5EF4-FFF2-40B4-BE49-F238E27FC236}">
                <a16:creationId xmlns:a16="http://schemas.microsoft.com/office/drawing/2014/main" id="{E2BA2A60-6291-7B00-133F-AAE0741D6522}"/>
              </a:ext>
            </a:extLst>
          </p:cNvPr>
          <p:cNvGrpSpPr/>
          <p:nvPr/>
        </p:nvGrpSpPr>
        <p:grpSpPr>
          <a:xfrm>
            <a:off x="2137647" y="2536102"/>
            <a:ext cx="925233" cy="721955"/>
            <a:chOff x="1263777" y="3331057"/>
            <a:chExt cx="1294306" cy="1009941"/>
          </a:xfrm>
        </p:grpSpPr>
        <p:sp>
          <p:nvSpPr>
            <p:cNvPr id="1043" name="Shape 12">
              <a:extLst>
                <a:ext uri="{FF2B5EF4-FFF2-40B4-BE49-F238E27FC236}">
                  <a16:creationId xmlns:a16="http://schemas.microsoft.com/office/drawing/2014/main" id="{8FEDC4B3-E081-B66C-4AAC-6200FA73B100}"/>
                </a:ext>
              </a:extLst>
            </p:cNvPr>
            <p:cNvSpPr/>
            <p:nvPr/>
          </p:nvSpPr>
          <p:spPr>
            <a:xfrm>
              <a:off x="1563224" y="3331057"/>
              <a:ext cx="647299" cy="647218"/>
            </a:xfrm>
            <a:prstGeom prst="ellipse">
              <a:avLst/>
            </a:prstGeom>
            <a:solidFill>
              <a:srgbClr val="2DDB77"/>
            </a:solidFill>
            <a:ln w="12700">
              <a:noFill/>
              <a:prstDash val="solid"/>
            </a:ln>
          </p:spPr>
        </p:sp>
        <p:sp>
          <p:nvSpPr>
            <p:cNvPr id="1045" name="Text 13">
              <a:extLst>
                <a:ext uri="{FF2B5EF4-FFF2-40B4-BE49-F238E27FC236}">
                  <a16:creationId xmlns:a16="http://schemas.microsoft.com/office/drawing/2014/main" id="{40EBE1DB-675F-19A3-872B-EB9CFBB2ADC6}"/>
                </a:ext>
              </a:extLst>
            </p:cNvPr>
            <p:cNvSpPr/>
            <p:nvPr/>
          </p:nvSpPr>
          <p:spPr>
            <a:xfrm>
              <a:off x="1563224" y="3331057"/>
              <a:ext cx="994859" cy="994734"/>
            </a:xfrm>
            <a:prstGeom prst="rect">
              <a:avLst/>
            </a:prstGeom>
            <a:noFill/>
            <a:ln/>
          </p:spPr>
          <p:txBody>
            <a:bodyPr wrap="square" lIns="37695" tIns="75390" rIns="75390" bIns="37695" rtlCol="0" anchor="t"/>
            <a:lstStyle/>
            <a:p>
              <a:endParaRPr lang="en-US" sz="3200" dirty="0">
                <a:latin typeface="FZVariable-LanTingHeiK DemiBold" panose="02000600000000000000" pitchFamily="2" charset="-122"/>
                <a:ea typeface="FZVariable-LanTingHeiK DemiBold" panose="02000600000000000000" pitchFamily="2" charset="-122"/>
              </a:endParaRPr>
            </a:p>
          </p:txBody>
        </p:sp>
        <p:sp>
          <p:nvSpPr>
            <p:cNvPr id="1047" name="Text 14">
              <a:extLst>
                <a:ext uri="{FF2B5EF4-FFF2-40B4-BE49-F238E27FC236}">
                  <a16:creationId xmlns:a16="http://schemas.microsoft.com/office/drawing/2014/main" id="{448C6172-E296-E9A2-4699-0F294414E6FD}"/>
                </a:ext>
              </a:extLst>
            </p:cNvPr>
            <p:cNvSpPr/>
            <p:nvPr/>
          </p:nvSpPr>
          <p:spPr>
            <a:xfrm>
              <a:off x="1263777" y="3346264"/>
              <a:ext cx="1246191" cy="994734"/>
            </a:xfrm>
            <a:prstGeom prst="rect">
              <a:avLst/>
            </a:prstGeom>
            <a:noFill/>
            <a:ln/>
          </p:spPr>
          <p:txBody>
            <a:bodyPr wrap="square" lIns="0" tIns="0" rIns="0" bIns="0" rtlCol="0" anchor="t"/>
            <a:lstStyle/>
            <a:p>
              <a:pPr algn="ctr"/>
              <a:r>
                <a:rPr lang="en-US" altLang="zh-CN" sz="3200" dirty="0">
                  <a:solidFill>
                    <a:schemeClr val="bg1"/>
                  </a:solidFill>
                  <a:latin typeface="FZVariable-LanTingHeiK DemiBold" panose="02000600000000000000" pitchFamily="2" charset="-122"/>
                  <a:ea typeface="FZVariable-LanTingHeiK DemiBold" panose="02000600000000000000" pitchFamily="2" charset="-122"/>
                  <a:cs typeface="MiSans" pitchFamily="34" charset="-120"/>
                </a:rPr>
                <a:t>1</a:t>
              </a:r>
              <a:endParaRPr lang="en-US" sz="3200" dirty="0">
                <a:solidFill>
                  <a:schemeClr val="bg1"/>
                </a:solidFill>
                <a:latin typeface="FZVariable-LanTingHeiK DemiBold" panose="02000600000000000000" pitchFamily="2" charset="-122"/>
                <a:ea typeface="FZVariable-LanTingHeiK DemiBold" panose="02000600000000000000" pitchFamily="2" charset="-122"/>
              </a:endParaRPr>
            </a:p>
          </p:txBody>
        </p:sp>
      </p:grpSp>
      <p:grpSp>
        <p:nvGrpSpPr>
          <p:cNvPr id="1049" name="组合 1048">
            <a:extLst>
              <a:ext uri="{FF2B5EF4-FFF2-40B4-BE49-F238E27FC236}">
                <a16:creationId xmlns:a16="http://schemas.microsoft.com/office/drawing/2014/main" id="{5793F191-FE98-7571-B14D-CF0ADC83ED3E}"/>
              </a:ext>
            </a:extLst>
          </p:cNvPr>
          <p:cNvGrpSpPr/>
          <p:nvPr/>
        </p:nvGrpSpPr>
        <p:grpSpPr>
          <a:xfrm>
            <a:off x="1551722" y="5807748"/>
            <a:ext cx="925233" cy="721955"/>
            <a:chOff x="1263777" y="3331057"/>
            <a:chExt cx="1294306" cy="1009941"/>
          </a:xfrm>
        </p:grpSpPr>
        <p:sp>
          <p:nvSpPr>
            <p:cNvPr id="1050" name="Shape 12">
              <a:extLst>
                <a:ext uri="{FF2B5EF4-FFF2-40B4-BE49-F238E27FC236}">
                  <a16:creationId xmlns:a16="http://schemas.microsoft.com/office/drawing/2014/main" id="{E50AE12D-2903-AD18-A43F-12DC489A4258}"/>
                </a:ext>
              </a:extLst>
            </p:cNvPr>
            <p:cNvSpPr/>
            <p:nvPr/>
          </p:nvSpPr>
          <p:spPr>
            <a:xfrm>
              <a:off x="1563224" y="3331057"/>
              <a:ext cx="647299" cy="647218"/>
            </a:xfrm>
            <a:prstGeom prst="ellipse">
              <a:avLst/>
            </a:prstGeom>
            <a:solidFill>
              <a:srgbClr val="2DDB77"/>
            </a:solidFill>
            <a:ln w="12700">
              <a:noFill/>
              <a:prstDash val="solid"/>
            </a:ln>
          </p:spPr>
        </p:sp>
        <p:sp>
          <p:nvSpPr>
            <p:cNvPr id="1051" name="Text 13">
              <a:extLst>
                <a:ext uri="{FF2B5EF4-FFF2-40B4-BE49-F238E27FC236}">
                  <a16:creationId xmlns:a16="http://schemas.microsoft.com/office/drawing/2014/main" id="{E5E98F4E-14CC-EA07-E6AB-15053465A879}"/>
                </a:ext>
              </a:extLst>
            </p:cNvPr>
            <p:cNvSpPr/>
            <p:nvPr/>
          </p:nvSpPr>
          <p:spPr>
            <a:xfrm>
              <a:off x="1563224" y="3331057"/>
              <a:ext cx="994859" cy="994734"/>
            </a:xfrm>
            <a:prstGeom prst="rect">
              <a:avLst/>
            </a:prstGeom>
            <a:noFill/>
            <a:ln/>
          </p:spPr>
          <p:txBody>
            <a:bodyPr wrap="square" lIns="37695" tIns="75390" rIns="75390" bIns="37695" rtlCol="0" anchor="t"/>
            <a:lstStyle/>
            <a:p>
              <a:endParaRPr lang="en-US" sz="3200" dirty="0">
                <a:latin typeface="FZVariable-LanTingHeiK DemiBold" panose="02000600000000000000" pitchFamily="2" charset="-122"/>
                <a:ea typeface="FZVariable-LanTingHeiK DemiBold" panose="02000600000000000000" pitchFamily="2" charset="-122"/>
              </a:endParaRPr>
            </a:p>
          </p:txBody>
        </p:sp>
        <p:sp>
          <p:nvSpPr>
            <p:cNvPr id="1053" name="Text 14">
              <a:extLst>
                <a:ext uri="{FF2B5EF4-FFF2-40B4-BE49-F238E27FC236}">
                  <a16:creationId xmlns:a16="http://schemas.microsoft.com/office/drawing/2014/main" id="{ABA2C55E-29BD-4746-F060-DE2576BADE13}"/>
                </a:ext>
              </a:extLst>
            </p:cNvPr>
            <p:cNvSpPr/>
            <p:nvPr/>
          </p:nvSpPr>
          <p:spPr>
            <a:xfrm>
              <a:off x="1263777" y="3346264"/>
              <a:ext cx="1246191" cy="994734"/>
            </a:xfrm>
            <a:prstGeom prst="rect">
              <a:avLst/>
            </a:prstGeom>
            <a:noFill/>
            <a:ln/>
          </p:spPr>
          <p:txBody>
            <a:bodyPr wrap="square" lIns="0" tIns="0" rIns="0" bIns="0" rtlCol="0" anchor="t"/>
            <a:lstStyle/>
            <a:p>
              <a:pPr algn="ctr"/>
              <a:r>
                <a:rPr lang="en-US" altLang="zh-CN" sz="3200" dirty="0">
                  <a:solidFill>
                    <a:schemeClr val="bg1"/>
                  </a:solidFill>
                  <a:latin typeface="FZVariable-LanTingHeiK DemiBold" panose="02000600000000000000" pitchFamily="2" charset="-122"/>
                  <a:ea typeface="FZVariable-LanTingHeiK DemiBold" panose="02000600000000000000" pitchFamily="2" charset="-122"/>
                  <a:cs typeface="MiSans" pitchFamily="34" charset="-120"/>
                </a:rPr>
                <a:t>3</a:t>
              </a:r>
              <a:endParaRPr lang="en-US" sz="3200" dirty="0">
                <a:solidFill>
                  <a:schemeClr val="bg1"/>
                </a:solidFill>
                <a:latin typeface="FZVariable-LanTingHeiK DemiBold" panose="02000600000000000000" pitchFamily="2" charset="-122"/>
                <a:ea typeface="FZVariable-LanTingHeiK DemiBold" panose="02000600000000000000" pitchFamily="2" charset="-122"/>
              </a:endParaRPr>
            </a:p>
          </p:txBody>
        </p:sp>
      </p:grpSp>
      <p:grpSp>
        <p:nvGrpSpPr>
          <p:cNvPr id="1054" name="组合 1053">
            <a:extLst>
              <a:ext uri="{FF2B5EF4-FFF2-40B4-BE49-F238E27FC236}">
                <a16:creationId xmlns:a16="http://schemas.microsoft.com/office/drawing/2014/main" id="{C383F66B-45E4-ECDE-5220-DC1DC84614A8}"/>
              </a:ext>
            </a:extLst>
          </p:cNvPr>
          <p:cNvGrpSpPr/>
          <p:nvPr/>
        </p:nvGrpSpPr>
        <p:grpSpPr>
          <a:xfrm>
            <a:off x="2234736" y="7514704"/>
            <a:ext cx="925233" cy="721955"/>
            <a:chOff x="1263777" y="3331057"/>
            <a:chExt cx="1294306" cy="1009941"/>
          </a:xfrm>
        </p:grpSpPr>
        <p:sp>
          <p:nvSpPr>
            <p:cNvPr id="1055" name="Shape 12">
              <a:extLst>
                <a:ext uri="{FF2B5EF4-FFF2-40B4-BE49-F238E27FC236}">
                  <a16:creationId xmlns:a16="http://schemas.microsoft.com/office/drawing/2014/main" id="{C23B6B2E-C122-B0EB-7B63-AACAE644D711}"/>
                </a:ext>
              </a:extLst>
            </p:cNvPr>
            <p:cNvSpPr/>
            <p:nvPr/>
          </p:nvSpPr>
          <p:spPr>
            <a:xfrm>
              <a:off x="1563224" y="3331057"/>
              <a:ext cx="647299" cy="647218"/>
            </a:xfrm>
            <a:prstGeom prst="ellipse">
              <a:avLst/>
            </a:prstGeom>
            <a:solidFill>
              <a:srgbClr val="2DDB77"/>
            </a:solidFill>
            <a:ln w="12700">
              <a:noFill/>
              <a:prstDash val="solid"/>
            </a:ln>
          </p:spPr>
        </p:sp>
        <p:sp>
          <p:nvSpPr>
            <p:cNvPr id="1056" name="Text 13">
              <a:extLst>
                <a:ext uri="{FF2B5EF4-FFF2-40B4-BE49-F238E27FC236}">
                  <a16:creationId xmlns:a16="http://schemas.microsoft.com/office/drawing/2014/main" id="{C98ABB28-10FD-F82D-6DD5-083D33A81F30}"/>
                </a:ext>
              </a:extLst>
            </p:cNvPr>
            <p:cNvSpPr/>
            <p:nvPr/>
          </p:nvSpPr>
          <p:spPr>
            <a:xfrm>
              <a:off x="1563224" y="3331057"/>
              <a:ext cx="994859" cy="994734"/>
            </a:xfrm>
            <a:prstGeom prst="rect">
              <a:avLst/>
            </a:prstGeom>
            <a:noFill/>
            <a:ln/>
          </p:spPr>
          <p:txBody>
            <a:bodyPr wrap="square" lIns="37695" tIns="75390" rIns="75390" bIns="37695" rtlCol="0" anchor="t"/>
            <a:lstStyle/>
            <a:p>
              <a:endParaRPr lang="en-US" sz="3200" dirty="0">
                <a:latin typeface="FZVariable-LanTingHeiK DemiBold" panose="02000600000000000000" pitchFamily="2" charset="-122"/>
                <a:ea typeface="FZVariable-LanTingHeiK DemiBold" panose="02000600000000000000" pitchFamily="2" charset="-122"/>
              </a:endParaRPr>
            </a:p>
          </p:txBody>
        </p:sp>
        <p:sp>
          <p:nvSpPr>
            <p:cNvPr id="1057" name="Text 14">
              <a:extLst>
                <a:ext uri="{FF2B5EF4-FFF2-40B4-BE49-F238E27FC236}">
                  <a16:creationId xmlns:a16="http://schemas.microsoft.com/office/drawing/2014/main" id="{F33842B9-3543-1447-CC0A-1D5FBE060BB8}"/>
                </a:ext>
              </a:extLst>
            </p:cNvPr>
            <p:cNvSpPr/>
            <p:nvPr/>
          </p:nvSpPr>
          <p:spPr>
            <a:xfrm>
              <a:off x="1263777" y="3346264"/>
              <a:ext cx="1246191" cy="994734"/>
            </a:xfrm>
            <a:prstGeom prst="rect">
              <a:avLst/>
            </a:prstGeom>
            <a:noFill/>
            <a:ln/>
          </p:spPr>
          <p:txBody>
            <a:bodyPr wrap="square" lIns="0" tIns="0" rIns="0" bIns="0" rtlCol="0" anchor="t"/>
            <a:lstStyle/>
            <a:p>
              <a:pPr algn="ctr"/>
              <a:r>
                <a:rPr lang="en-US" altLang="zh-CN" sz="3200" dirty="0">
                  <a:solidFill>
                    <a:schemeClr val="bg1"/>
                  </a:solidFill>
                  <a:latin typeface="FZVariable-LanTingHeiK DemiBold" panose="02000600000000000000" pitchFamily="2" charset="-122"/>
                  <a:ea typeface="FZVariable-LanTingHeiK DemiBold" panose="02000600000000000000" pitchFamily="2" charset="-122"/>
                  <a:cs typeface="MiSans" pitchFamily="34" charset="-120"/>
                </a:rPr>
                <a:t>4</a:t>
              </a:r>
              <a:endParaRPr lang="en-US" sz="3200" dirty="0">
                <a:solidFill>
                  <a:schemeClr val="bg1"/>
                </a:solidFill>
                <a:latin typeface="FZVariable-LanTingHeiK DemiBold" panose="02000600000000000000" pitchFamily="2" charset="-122"/>
                <a:ea typeface="FZVariable-LanTingHeiK DemiBold" panose="02000600000000000000" pitchFamily="2" charset="-122"/>
              </a:endParaRPr>
            </a:p>
          </p:txBody>
        </p:sp>
      </p:grpSp>
    </p:spTree>
    <p:extLst>
      <p:ext uri="{BB962C8B-B14F-4D97-AF65-F5344CB8AC3E}">
        <p14:creationId xmlns:p14="http://schemas.microsoft.com/office/powerpoint/2010/main" val="2220377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8E71D-D342-30A2-EAE5-189873087BE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353F08E-B1E3-CCA3-B43E-27D13CA6F47B}"/>
              </a:ext>
            </a:extLst>
          </p:cNvPr>
          <p:cNvGraphicFramePr>
            <a:graphicFrameLocks noChangeAspect="1"/>
          </p:cNvGraphicFramePr>
          <p:nvPr>
            <p:custDataLst>
              <p:tags r:id="rId1"/>
            </p:custDataLst>
            <p:extLst>
              <p:ext uri="{D42A27DB-BD31-4B8C-83A1-F6EECF244321}">
                <p14:modId xmlns:p14="http://schemas.microsoft.com/office/powerpoint/2010/main" val="487689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2" imgW="426" imgH="426" progId="TCLayout.ActiveDocument.1">
                  <p:embed/>
                </p:oleObj>
              </mc:Choice>
              <mc:Fallback>
                <p:oleObj name="think-cell 幻灯片" r:id="rId32" imgW="426" imgH="426" progId="TCLayout.ActiveDocument.1">
                  <p:embed/>
                  <p:pic>
                    <p:nvPicPr>
                      <p:cNvPr id="4" name="think-cell data - do not delete" hidden="1">
                        <a:extLst>
                          <a:ext uri="{FF2B5EF4-FFF2-40B4-BE49-F238E27FC236}">
                            <a16:creationId xmlns:a16="http://schemas.microsoft.com/office/drawing/2014/main" id="{D76774D4-5E56-8AF4-BEC8-49773AE1F9CC}"/>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39" name="object 39">
            <a:extLst>
              <a:ext uri="{FF2B5EF4-FFF2-40B4-BE49-F238E27FC236}">
                <a16:creationId xmlns:a16="http://schemas.microsoft.com/office/drawing/2014/main" id="{C66ACF16-04C0-1E25-6AF9-328804E951B7}"/>
              </a:ext>
            </a:extLst>
          </p:cNvPr>
          <p:cNvSpPr/>
          <p:nvPr/>
        </p:nvSpPr>
        <p:spPr>
          <a:xfrm>
            <a:off x="770894" y="96183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sp>
        <p:nvSpPr>
          <p:cNvPr id="48" name="object 3">
            <a:extLst>
              <a:ext uri="{FF2B5EF4-FFF2-40B4-BE49-F238E27FC236}">
                <a16:creationId xmlns:a16="http://schemas.microsoft.com/office/drawing/2014/main" id="{7BDFF7D1-C4F9-9BE8-BDB5-0A072BB9D0AF}"/>
              </a:ext>
            </a:extLst>
          </p:cNvPr>
          <p:cNvSpPr txBox="1">
            <a:spLocks/>
          </p:cNvSpPr>
          <p:nvPr/>
        </p:nvSpPr>
        <p:spPr>
          <a:xfrm>
            <a:off x="988784" y="2143420"/>
            <a:ext cx="15083066" cy="691855"/>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4400" b="0" spc="195" dirty="0">
                <a:solidFill>
                  <a:schemeClr val="tx1"/>
                </a:solidFill>
                <a:latin typeface="FZVariable-LanTingHeiK DemiBold" panose="02000600000000000000" pitchFamily="2" charset="-122"/>
                <a:ea typeface="FZVariable-LanTingHeiK DemiBold" panose="02000600000000000000" pitchFamily="2" charset="-122"/>
              </a:rPr>
              <a:t>小红书用户决策周期更短，价格影响决策周期分化</a:t>
            </a:r>
          </a:p>
        </p:txBody>
      </p:sp>
      <p:sp>
        <p:nvSpPr>
          <p:cNvPr id="2" name="object 10">
            <a:extLst>
              <a:ext uri="{FF2B5EF4-FFF2-40B4-BE49-F238E27FC236}">
                <a16:creationId xmlns:a16="http://schemas.microsoft.com/office/drawing/2014/main" id="{C11082A6-571C-FD77-2150-38CE901260B0}"/>
              </a:ext>
            </a:extLst>
          </p:cNvPr>
          <p:cNvSpPr txBox="1">
            <a:spLocks/>
          </p:cNvSpPr>
          <p:nvPr/>
        </p:nvSpPr>
        <p:spPr>
          <a:xfrm>
            <a:off x="980779" y="1601555"/>
            <a:ext cx="4031615" cy="445634"/>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2800" b="0" spc="195" dirty="0">
                <a:solidFill>
                  <a:schemeClr val="bg1">
                    <a:lumMod val="65000"/>
                  </a:schemeClr>
                </a:solidFill>
                <a:latin typeface="FZVariable-LanTingHeiK DemiBold" panose="02000600000000000000" pitchFamily="2" charset="-122"/>
                <a:ea typeface="FZVariable-LanTingHeiK DemiBold" panose="02000600000000000000" pitchFamily="2" charset="-122"/>
              </a:rPr>
              <a:t>用户决策心智解码</a:t>
            </a:r>
          </a:p>
        </p:txBody>
      </p:sp>
      <p:sp>
        <p:nvSpPr>
          <p:cNvPr id="24" name="object 3">
            <a:extLst>
              <a:ext uri="{FF2B5EF4-FFF2-40B4-BE49-F238E27FC236}">
                <a16:creationId xmlns:a16="http://schemas.microsoft.com/office/drawing/2014/main" id="{28AAD6B0-7160-1C0A-A348-635E38A0CF9D}"/>
              </a:ext>
            </a:extLst>
          </p:cNvPr>
          <p:cNvSpPr/>
          <p:nvPr>
            <p:custDataLst>
              <p:tags r:id="rId2"/>
            </p:custDataLst>
          </p:nvPr>
        </p:nvSpPr>
        <p:spPr>
          <a:xfrm rot="16200000">
            <a:off x="2010172" y="2297509"/>
            <a:ext cx="6549232" cy="8843963"/>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dirty="0">
              <a:latin typeface="FZVariable-LanTingHeiK DemiBold" panose="02000600000000000000" pitchFamily="2" charset="-122"/>
              <a:ea typeface="FZVariable-LanTingHeiK DemiBold" panose="02000600000000000000" pitchFamily="2" charset="-122"/>
            </a:endParaRPr>
          </a:p>
        </p:txBody>
      </p:sp>
      <p:grpSp>
        <p:nvGrpSpPr>
          <p:cNvPr id="25" name="组合 24">
            <a:extLst>
              <a:ext uri="{FF2B5EF4-FFF2-40B4-BE49-F238E27FC236}">
                <a16:creationId xmlns:a16="http://schemas.microsoft.com/office/drawing/2014/main" id="{C4251C49-2D61-2747-3223-885F97BB8A1B}"/>
              </a:ext>
            </a:extLst>
          </p:cNvPr>
          <p:cNvGrpSpPr/>
          <p:nvPr/>
        </p:nvGrpSpPr>
        <p:grpSpPr>
          <a:xfrm>
            <a:off x="1207277" y="3503999"/>
            <a:ext cx="5257800" cy="626676"/>
            <a:chOff x="5093112" y="4392408"/>
            <a:chExt cx="3486123" cy="770545"/>
          </a:xfrm>
        </p:grpSpPr>
        <p:sp>
          <p:nvSpPr>
            <p:cNvPr id="28" name="圆角矩形 27">
              <a:extLst>
                <a:ext uri="{FF2B5EF4-FFF2-40B4-BE49-F238E27FC236}">
                  <a16:creationId xmlns:a16="http://schemas.microsoft.com/office/drawing/2014/main" id="{DD1648A6-FB83-C91C-BB0D-48057191304C}"/>
                </a:ext>
              </a:extLst>
            </p:cNvPr>
            <p:cNvSpPr/>
            <p:nvPr/>
          </p:nvSpPr>
          <p:spPr>
            <a:xfrm>
              <a:off x="5093112" y="4392408"/>
              <a:ext cx="3186835" cy="651007"/>
            </a:xfrm>
            <a:prstGeom prst="roundRect">
              <a:avLst>
                <a:gd name="adj" fmla="val 50000"/>
              </a:avLst>
            </a:prstGeom>
            <a:solidFill>
              <a:srgbClr val="06B85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 </a:t>
              </a:r>
            </a:p>
          </p:txBody>
        </p:sp>
        <p:cxnSp>
          <p:nvCxnSpPr>
            <p:cNvPr id="31" name="直线箭头连接符 30">
              <a:extLst>
                <a:ext uri="{FF2B5EF4-FFF2-40B4-BE49-F238E27FC236}">
                  <a16:creationId xmlns:a16="http://schemas.microsoft.com/office/drawing/2014/main" id="{8D38D21A-8A5F-EBA5-E2D0-226F0FBB8713}"/>
                </a:ext>
              </a:extLst>
            </p:cNvPr>
            <p:cNvCxnSpPr>
              <a:cxnSpLocks/>
            </p:cNvCxnSpPr>
            <p:nvPr/>
          </p:nvCxnSpPr>
          <p:spPr>
            <a:xfrm>
              <a:off x="8081138" y="4716280"/>
              <a:ext cx="498097" cy="0"/>
            </a:xfrm>
            <a:prstGeom prst="straightConnector1">
              <a:avLst/>
            </a:prstGeom>
            <a:ln w="31750">
              <a:solidFill>
                <a:schemeClr val="bg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69F2C3CD-79F9-CC83-B00C-29B1D75939B1}"/>
                </a:ext>
              </a:extLst>
            </p:cNvPr>
            <p:cNvSpPr txBox="1"/>
            <p:nvPr/>
          </p:nvSpPr>
          <p:spPr>
            <a:xfrm>
              <a:off x="5516497" y="4702410"/>
              <a:ext cx="2308580" cy="460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2000">
                  <a:latin typeface="FZVariable-LanTingHeiK DemiBold" panose="02000600000000000000" pitchFamily="2" charset="-122"/>
                  <a:ea typeface="FZVariable-LanTingHeiK DemiBold" panose="02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solidFill>
                    <a:schemeClr val="tx1">
                      <a:lumMod val="85000"/>
                      <a:lumOff val="15000"/>
                    </a:schemeClr>
                  </a:solidFill>
                </a:rPr>
                <a:t>用户链路</a:t>
              </a:r>
              <a:r>
                <a:rPr lang="en-US" altLang="zh-CN" sz="2400" dirty="0">
                  <a:solidFill>
                    <a:schemeClr val="tx1">
                      <a:lumMod val="85000"/>
                      <a:lumOff val="15000"/>
                    </a:schemeClr>
                  </a:solidFill>
                </a:rPr>
                <a:t>+</a:t>
              </a:r>
              <a:r>
                <a:rPr lang="zh-CN" altLang="en-US" sz="2400" dirty="0">
                  <a:solidFill>
                    <a:schemeClr val="tx1">
                      <a:lumMod val="85000"/>
                      <a:lumOff val="15000"/>
                    </a:schemeClr>
                  </a:solidFill>
                </a:rPr>
                <a:t>决策周期对比</a:t>
              </a:r>
            </a:p>
            <a:p>
              <a:endParaRPr lang="zh-CN" altLang="en-US" sz="2400" dirty="0">
                <a:solidFill>
                  <a:schemeClr val="tx1">
                    <a:lumMod val="85000"/>
                    <a:lumOff val="15000"/>
                  </a:schemeClr>
                </a:solidFill>
              </a:endParaRPr>
            </a:p>
          </p:txBody>
        </p:sp>
      </p:grpSp>
      <p:grpSp>
        <p:nvGrpSpPr>
          <p:cNvPr id="226" name="组合 225">
            <a:extLst>
              <a:ext uri="{FF2B5EF4-FFF2-40B4-BE49-F238E27FC236}">
                <a16:creationId xmlns:a16="http://schemas.microsoft.com/office/drawing/2014/main" id="{C1FC1E61-7A01-657E-B984-AFB578932088}"/>
              </a:ext>
            </a:extLst>
          </p:cNvPr>
          <p:cNvGrpSpPr/>
          <p:nvPr/>
        </p:nvGrpSpPr>
        <p:grpSpPr>
          <a:xfrm>
            <a:off x="573088" y="5059363"/>
            <a:ext cx="8931275" cy="1171575"/>
            <a:chOff x="995765" y="6258164"/>
            <a:chExt cx="8676937" cy="992989"/>
          </a:xfrm>
        </p:grpSpPr>
        <p:pic>
          <p:nvPicPr>
            <p:cNvPr id="216" name="图片 215">
              <a:extLst>
                <a:ext uri="{FF2B5EF4-FFF2-40B4-BE49-F238E27FC236}">
                  <a16:creationId xmlns:a16="http://schemas.microsoft.com/office/drawing/2014/main" id="{2BDEB83B-9EBF-BA3E-0FD8-1BA5DAF2B3E7}"/>
                </a:ext>
              </a:extLst>
            </p:cNvPr>
            <p:cNvPicPr>
              <a:picLocks noChangeAspect="1"/>
            </p:cNvPicPr>
            <p:nvPr/>
          </p:nvPicPr>
          <p:blipFill>
            <a:blip r:embed="rId34"/>
            <a:stretch>
              <a:fillRect/>
            </a:stretch>
          </p:blipFill>
          <p:spPr>
            <a:xfrm>
              <a:off x="1517651" y="6258164"/>
              <a:ext cx="8155051" cy="992989"/>
            </a:xfrm>
            <a:prstGeom prst="rect">
              <a:avLst/>
            </a:prstGeom>
          </p:spPr>
        </p:pic>
        <p:sp>
          <p:nvSpPr>
            <p:cNvPr id="217" name="文本框 216">
              <a:extLst>
                <a:ext uri="{FF2B5EF4-FFF2-40B4-BE49-F238E27FC236}">
                  <a16:creationId xmlns:a16="http://schemas.microsoft.com/office/drawing/2014/main" id="{2334A9FD-60E1-5521-124D-7ED082A7E9C7}"/>
                </a:ext>
              </a:extLst>
            </p:cNvPr>
            <p:cNvSpPr txBox="1"/>
            <p:nvPr/>
          </p:nvSpPr>
          <p:spPr>
            <a:xfrm>
              <a:off x="995765" y="6496436"/>
              <a:ext cx="2358110" cy="584775"/>
            </a:xfrm>
            <a:prstGeom prst="rect">
              <a:avLst/>
            </a:prstGeom>
            <a:noFill/>
          </p:spPr>
          <p:txBody>
            <a:bodyPr wrap="square" rtlCol="0">
              <a:spAutoFit/>
            </a:bodyPr>
            <a:lstStyle/>
            <a:p>
              <a:pPr algn="ctr"/>
              <a:r>
                <a:rPr kumimoji="1" lang="zh-CN" altLang="en-US" sz="1600" dirty="0">
                  <a:solidFill>
                    <a:srgbClr val="3FCA7B"/>
                  </a:solidFill>
                  <a:latin typeface="FZVariable-LanTingHeiK SemiBold" panose="02000600000000000000" pitchFamily="2" charset="-122"/>
                  <a:ea typeface="FZVariable-LanTingHeiK SemiBold" panose="02000600000000000000" pitchFamily="2" charset="-122"/>
                </a:rPr>
                <a:t>完整</a:t>
              </a:r>
              <a:endParaRPr kumimoji="1" lang="en-US" altLang="zh-CN" sz="1600" dirty="0">
                <a:solidFill>
                  <a:srgbClr val="3FCA7B"/>
                </a:solidFill>
                <a:latin typeface="FZVariable-LanTingHeiK SemiBold" panose="02000600000000000000" pitchFamily="2" charset="-122"/>
                <a:ea typeface="FZVariable-LanTingHeiK SemiBold" panose="02000600000000000000" pitchFamily="2" charset="-122"/>
              </a:endParaRPr>
            </a:p>
            <a:p>
              <a:pPr algn="ctr"/>
              <a:r>
                <a:rPr kumimoji="1" lang="zh-CN" altLang="en-US" sz="1600" dirty="0">
                  <a:solidFill>
                    <a:srgbClr val="3FCA7B"/>
                  </a:solidFill>
                  <a:latin typeface="FZVariable-LanTingHeiK SemiBold" panose="02000600000000000000" pitchFamily="2" charset="-122"/>
                  <a:ea typeface="FZVariable-LanTingHeiK SemiBold" panose="02000600000000000000" pitchFamily="2" charset="-122"/>
                </a:rPr>
                <a:t>转化路径</a:t>
              </a:r>
            </a:p>
          </p:txBody>
        </p:sp>
        <p:sp>
          <p:nvSpPr>
            <p:cNvPr id="219" name="文本框 218">
              <a:extLst>
                <a:ext uri="{FF2B5EF4-FFF2-40B4-BE49-F238E27FC236}">
                  <a16:creationId xmlns:a16="http://schemas.microsoft.com/office/drawing/2014/main" id="{A87E1057-5932-AFF2-DECE-8F14C539CDBC}"/>
                </a:ext>
              </a:extLst>
            </p:cNvPr>
            <p:cNvSpPr txBox="1"/>
            <p:nvPr/>
          </p:nvSpPr>
          <p:spPr>
            <a:xfrm>
              <a:off x="3720585" y="6504543"/>
              <a:ext cx="2227099" cy="369332"/>
            </a:xfrm>
            <a:prstGeom prst="rect">
              <a:avLst/>
            </a:prstGeom>
            <a:noFill/>
          </p:spPr>
          <p:txBody>
            <a:bodyPr wrap="square" rtlCol="0">
              <a:spAutoFit/>
            </a:bodyPr>
            <a:lstStyle/>
            <a:p>
              <a:pPr algn="ctr"/>
              <a:r>
                <a:rPr kumimoji="1" lang="zh-CN" altLang="en-US"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rPr>
                <a:t>意向</a:t>
              </a:r>
              <a:endParaRPr kumimoji="1" lang="en-US" altLang="zh-CN"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endParaRPr>
            </a:p>
          </p:txBody>
        </p:sp>
        <p:sp>
          <p:nvSpPr>
            <p:cNvPr id="220" name="文本框 219">
              <a:extLst>
                <a:ext uri="{FF2B5EF4-FFF2-40B4-BE49-F238E27FC236}">
                  <a16:creationId xmlns:a16="http://schemas.microsoft.com/office/drawing/2014/main" id="{DAE2E842-BCEB-E2B7-4B1E-96F6AE20942F}"/>
                </a:ext>
              </a:extLst>
            </p:cNvPr>
            <p:cNvSpPr txBox="1"/>
            <p:nvPr/>
          </p:nvSpPr>
          <p:spPr>
            <a:xfrm>
              <a:off x="6952298" y="6565276"/>
              <a:ext cx="1391935" cy="369332"/>
            </a:xfrm>
            <a:prstGeom prst="rect">
              <a:avLst/>
            </a:prstGeom>
            <a:noFill/>
          </p:spPr>
          <p:txBody>
            <a:bodyPr wrap="square" rtlCol="0">
              <a:spAutoFit/>
            </a:bodyPr>
            <a:lstStyle/>
            <a:p>
              <a:pPr algn="ctr"/>
              <a:r>
                <a:rPr kumimoji="1" lang="zh-CN" altLang="en-US"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rPr>
                <a:t>到店</a:t>
              </a:r>
            </a:p>
          </p:txBody>
        </p:sp>
        <p:sp>
          <p:nvSpPr>
            <p:cNvPr id="221" name="文本框 220">
              <a:extLst>
                <a:ext uri="{FF2B5EF4-FFF2-40B4-BE49-F238E27FC236}">
                  <a16:creationId xmlns:a16="http://schemas.microsoft.com/office/drawing/2014/main" id="{42269C30-B865-A701-C2EA-7DF56944FCC7}"/>
                </a:ext>
              </a:extLst>
            </p:cNvPr>
            <p:cNvSpPr txBox="1"/>
            <p:nvPr/>
          </p:nvSpPr>
          <p:spPr>
            <a:xfrm>
              <a:off x="8217966" y="6556112"/>
              <a:ext cx="1391935" cy="369332"/>
            </a:xfrm>
            <a:prstGeom prst="rect">
              <a:avLst/>
            </a:prstGeom>
            <a:noFill/>
          </p:spPr>
          <p:txBody>
            <a:bodyPr wrap="square" rtlCol="0">
              <a:spAutoFit/>
            </a:bodyPr>
            <a:lstStyle/>
            <a:p>
              <a:pPr algn="ctr"/>
              <a:r>
                <a:rPr kumimoji="1" lang="zh-CN" altLang="en-US"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rPr>
                <a:t>成交</a:t>
              </a:r>
            </a:p>
          </p:txBody>
        </p:sp>
        <p:sp>
          <p:nvSpPr>
            <p:cNvPr id="222" name="文本框 221">
              <a:extLst>
                <a:ext uri="{FF2B5EF4-FFF2-40B4-BE49-F238E27FC236}">
                  <a16:creationId xmlns:a16="http://schemas.microsoft.com/office/drawing/2014/main" id="{D7719D16-DABC-78D2-CCDE-13425156506D}"/>
                </a:ext>
              </a:extLst>
            </p:cNvPr>
            <p:cNvSpPr txBox="1"/>
            <p:nvPr/>
          </p:nvSpPr>
          <p:spPr>
            <a:xfrm>
              <a:off x="3564872" y="6859313"/>
              <a:ext cx="2562366" cy="261610"/>
            </a:xfrm>
            <a:prstGeom prst="rect">
              <a:avLst/>
            </a:prstGeom>
            <a:noFill/>
          </p:spPr>
          <p:txBody>
            <a:bodyPr wrap="square">
              <a:spAutoFit/>
            </a:bodyPr>
            <a:lstStyle/>
            <a:p>
              <a:pPr algn="ctr"/>
              <a:r>
                <a:rPr kumimoji="1" lang="zh-CN" altLang="en-US" sz="1100" dirty="0">
                  <a:solidFill>
                    <a:schemeClr val="tx1">
                      <a:lumMod val="65000"/>
                      <a:lumOff val="35000"/>
                    </a:schemeClr>
                  </a:solidFill>
                  <a:latin typeface="FZVariable-LanTingHeiK Normal" panose="02000600000000000000" pitchFamily="2" charset="-122"/>
                  <a:ea typeface="FZVariable-LanTingHeiK Normal" panose="02000600000000000000" pitchFamily="2" charset="-122"/>
                </a:rPr>
                <a:t>搜索行为多次浏览</a:t>
              </a:r>
            </a:p>
          </p:txBody>
        </p:sp>
        <p:sp>
          <p:nvSpPr>
            <p:cNvPr id="223" name="文本框 222">
              <a:extLst>
                <a:ext uri="{FF2B5EF4-FFF2-40B4-BE49-F238E27FC236}">
                  <a16:creationId xmlns:a16="http://schemas.microsoft.com/office/drawing/2014/main" id="{C9746102-9669-BDD0-FF05-98984E47C3A3}"/>
                </a:ext>
              </a:extLst>
            </p:cNvPr>
            <p:cNvSpPr txBox="1"/>
            <p:nvPr/>
          </p:nvSpPr>
          <p:spPr>
            <a:xfrm>
              <a:off x="5078143" y="6504543"/>
              <a:ext cx="2227099" cy="369332"/>
            </a:xfrm>
            <a:prstGeom prst="rect">
              <a:avLst/>
            </a:prstGeom>
            <a:noFill/>
          </p:spPr>
          <p:txBody>
            <a:bodyPr wrap="square" rtlCol="0">
              <a:spAutoFit/>
            </a:bodyPr>
            <a:lstStyle/>
            <a:p>
              <a:pPr algn="ctr"/>
              <a:r>
                <a:rPr kumimoji="1" lang="zh-CN" altLang="en-US"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rPr>
                <a:t>留资</a:t>
              </a:r>
              <a:endParaRPr kumimoji="1" lang="en-US" altLang="zh-CN"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endParaRPr>
            </a:p>
          </p:txBody>
        </p:sp>
        <p:sp>
          <p:nvSpPr>
            <p:cNvPr id="224" name="文本框 223">
              <a:extLst>
                <a:ext uri="{FF2B5EF4-FFF2-40B4-BE49-F238E27FC236}">
                  <a16:creationId xmlns:a16="http://schemas.microsoft.com/office/drawing/2014/main" id="{5DD3B1DD-0F52-6B49-1D77-5995A969ADAB}"/>
                </a:ext>
              </a:extLst>
            </p:cNvPr>
            <p:cNvSpPr txBox="1"/>
            <p:nvPr/>
          </p:nvSpPr>
          <p:spPr>
            <a:xfrm>
              <a:off x="5460725" y="6873875"/>
              <a:ext cx="1551099" cy="261610"/>
            </a:xfrm>
            <a:prstGeom prst="rect">
              <a:avLst/>
            </a:prstGeom>
            <a:noFill/>
          </p:spPr>
          <p:txBody>
            <a:bodyPr wrap="square">
              <a:spAutoFit/>
            </a:bodyPr>
            <a:lstStyle/>
            <a:p>
              <a:pPr algn="ctr"/>
              <a:r>
                <a:rPr kumimoji="1" lang="zh-CN" altLang="en-US" sz="1100" dirty="0">
                  <a:solidFill>
                    <a:schemeClr val="tx1">
                      <a:lumMod val="65000"/>
                      <a:lumOff val="35000"/>
                    </a:schemeClr>
                  </a:solidFill>
                  <a:latin typeface="FZVariable-LanTingHeiK Normal" panose="02000600000000000000" pitchFamily="2" charset="-122"/>
                  <a:ea typeface="FZVariable-LanTingHeiK Normal" panose="02000600000000000000" pitchFamily="2" charset="-122"/>
                </a:rPr>
                <a:t>表单</a:t>
              </a:r>
              <a:r>
                <a:rPr kumimoji="1" lang="en-US" altLang="zh-CN" sz="1100" dirty="0">
                  <a:solidFill>
                    <a:schemeClr val="tx1">
                      <a:lumMod val="65000"/>
                      <a:lumOff val="35000"/>
                    </a:schemeClr>
                  </a:solidFill>
                  <a:latin typeface="FZVariable-LanTingHeiK Normal" panose="02000600000000000000" pitchFamily="2" charset="-122"/>
                  <a:ea typeface="FZVariable-LanTingHeiK Normal" panose="02000600000000000000" pitchFamily="2" charset="-122"/>
                </a:rPr>
                <a:t>+</a:t>
              </a:r>
              <a:r>
                <a:rPr kumimoji="1" lang="zh-CN" altLang="en-US" sz="1100" dirty="0">
                  <a:solidFill>
                    <a:schemeClr val="tx1">
                      <a:lumMod val="65000"/>
                      <a:lumOff val="35000"/>
                    </a:schemeClr>
                  </a:solidFill>
                  <a:latin typeface="FZVariable-LanTingHeiK Normal" panose="02000600000000000000" pitchFamily="2" charset="-122"/>
                  <a:ea typeface="FZVariable-LanTingHeiK Normal" panose="02000600000000000000" pitchFamily="2" charset="-122"/>
                </a:rPr>
                <a:t>私信</a:t>
              </a:r>
            </a:p>
          </p:txBody>
        </p:sp>
        <p:sp>
          <p:nvSpPr>
            <p:cNvPr id="225" name="文本框 224">
              <a:extLst>
                <a:ext uri="{FF2B5EF4-FFF2-40B4-BE49-F238E27FC236}">
                  <a16:creationId xmlns:a16="http://schemas.microsoft.com/office/drawing/2014/main" id="{2EA080BB-5D29-D5C9-EC38-2CDC2C6CB15F}"/>
                </a:ext>
              </a:extLst>
            </p:cNvPr>
            <p:cNvSpPr txBox="1"/>
            <p:nvPr/>
          </p:nvSpPr>
          <p:spPr>
            <a:xfrm>
              <a:off x="2372516" y="6524944"/>
              <a:ext cx="2227099" cy="369332"/>
            </a:xfrm>
            <a:prstGeom prst="rect">
              <a:avLst/>
            </a:prstGeom>
            <a:noFill/>
          </p:spPr>
          <p:txBody>
            <a:bodyPr wrap="square" rtlCol="0">
              <a:spAutoFit/>
            </a:bodyPr>
            <a:lstStyle/>
            <a:p>
              <a:pPr algn="ctr"/>
              <a:r>
                <a:rPr kumimoji="1" lang="zh-CN" altLang="en-US"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rPr>
                <a:t>用户</a:t>
              </a:r>
              <a:endParaRPr kumimoji="1" lang="en-US" altLang="zh-CN" dirty="0">
                <a:solidFill>
                  <a:schemeClr val="tx1">
                    <a:lumMod val="65000"/>
                    <a:lumOff val="35000"/>
                  </a:schemeClr>
                </a:solidFill>
                <a:latin typeface="FZVariable-LanTingHeiK SemiBold" panose="02000600000000000000" pitchFamily="2" charset="-122"/>
                <a:ea typeface="FZVariable-LanTingHeiK SemiBold" panose="02000600000000000000" pitchFamily="2" charset="-122"/>
              </a:endParaRPr>
            </a:p>
          </p:txBody>
        </p:sp>
      </p:grpSp>
      <p:sp>
        <p:nvSpPr>
          <p:cNvPr id="227" name="文本框 226">
            <a:extLst>
              <a:ext uri="{FF2B5EF4-FFF2-40B4-BE49-F238E27FC236}">
                <a16:creationId xmlns:a16="http://schemas.microsoft.com/office/drawing/2014/main" id="{15764ABC-1564-C17D-100E-CDEB42C90FF4}"/>
              </a:ext>
            </a:extLst>
          </p:cNvPr>
          <p:cNvSpPr txBox="1"/>
          <p:nvPr/>
        </p:nvSpPr>
        <p:spPr>
          <a:xfrm>
            <a:off x="5267325" y="8512175"/>
            <a:ext cx="3565525" cy="706438"/>
          </a:xfrm>
          <a:prstGeom prst="rect">
            <a:avLst/>
          </a:prstGeom>
          <a:noFill/>
        </p:spPr>
        <p:txBody>
          <a:bodyPr wrap="square" rtlCol="0">
            <a:spAutoFit/>
          </a:bodyPr>
          <a:lstStyle/>
          <a:p>
            <a:pPr algn="ctr" defTabSz="193533"/>
            <a:r>
              <a:rPr lang="zh-CN" altLang="en-US" sz="2000" dirty="0">
                <a:gradFill>
                  <a:gsLst>
                    <a:gs pos="0">
                      <a:schemeClr val="bg1">
                        <a:lumMod val="50000"/>
                      </a:schemeClr>
                    </a:gs>
                    <a:gs pos="100000">
                      <a:schemeClr val="tx1">
                        <a:lumMod val="85000"/>
                        <a:lumOff val="15000"/>
                      </a:schemeClr>
                    </a:gs>
                  </a:gsLst>
                  <a:lin ang="0" scaled="0"/>
                </a:gradFill>
                <a:latin typeface="FZVARIABLE-LANTINGHEIK MEDIUM" panose="02000600000000000000" pitchFamily="2" charset="-122"/>
                <a:ea typeface="FZVARIABLE-LANTINGHEIK MEDIUM" panose="02000600000000000000" pitchFamily="2" charset="-122"/>
              </a:rPr>
              <a:t>行业大盘用户</a:t>
            </a:r>
            <a:endParaRPr lang="en-US" altLang="zh-CN" sz="2000" dirty="0">
              <a:gradFill>
                <a:gsLst>
                  <a:gs pos="0">
                    <a:schemeClr val="bg1">
                      <a:lumMod val="50000"/>
                    </a:schemeClr>
                  </a:gs>
                  <a:gs pos="100000">
                    <a:schemeClr val="tx1">
                      <a:lumMod val="85000"/>
                      <a:lumOff val="15000"/>
                    </a:schemeClr>
                  </a:gs>
                </a:gsLst>
                <a:lin ang="0" scaled="0"/>
              </a:gradFill>
              <a:latin typeface="FZVARIABLE-LANTINGHEIK MEDIUM" panose="02000600000000000000" pitchFamily="2" charset="-122"/>
              <a:ea typeface="FZVARIABLE-LANTINGHEIK MEDIUM" panose="02000600000000000000" pitchFamily="2" charset="-122"/>
            </a:endParaRPr>
          </a:p>
          <a:p>
            <a:pPr algn="ctr" defTabSz="193533"/>
            <a:r>
              <a:rPr lang="zh-CN" altLang="en-US" sz="2000" dirty="0">
                <a:gradFill>
                  <a:gsLst>
                    <a:gs pos="0">
                      <a:schemeClr val="bg1">
                        <a:lumMod val="50000"/>
                      </a:schemeClr>
                    </a:gs>
                    <a:gs pos="100000">
                      <a:schemeClr val="tx1">
                        <a:lumMod val="85000"/>
                        <a:lumOff val="15000"/>
                      </a:schemeClr>
                    </a:gs>
                  </a:gsLst>
                  <a:lin ang="0" scaled="0"/>
                </a:gradFill>
                <a:latin typeface="FZVARIABLE-LANTINGHEIK MEDIUM" panose="02000600000000000000" pitchFamily="2" charset="-122"/>
                <a:ea typeface="FZVARIABLE-LANTINGHEIK MEDIUM" panose="02000600000000000000" pitchFamily="2" charset="-122"/>
              </a:rPr>
              <a:t>决策周期</a:t>
            </a:r>
          </a:p>
        </p:txBody>
      </p:sp>
      <p:sp>
        <p:nvSpPr>
          <p:cNvPr id="228" name="椭圆 227">
            <a:extLst>
              <a:ext uri="{FF2B5EF4-FFF2-40B4-BE49-F238E27FC236}">
                <a16:creationId xmlns:a16="http://schemas.microsoft.com/office/drawing/2014/main" id="{4EED77CC-E86F-99F3-FB3D-510AF26244F1}"/>
              </a:ext>
            </a:extLst>
          </p:cNvPr>
          <p:cNvSpPr/>
          <p:nvPr/>
        </p:nvSpPr>
        <p:spPr>
          <a:xfrm>
            <a:off x="5767387" y="7675563"/>
            <a:ext cx="2232025" cy="376238"/>
          </a:xfrm>
          <a:prstGeom prst="ellipse">
            <a:avLst/>
          </a:prstGeom>
          <a:gradFill>
            <a:gsLst>
              <a:gs pos="0">
                <a:schemeClr val="bg1">
                  <a:lumMod val="85000"/>
                  <a:alpha val="33056"/>
                </a:schemeClr>
              </a:gs>
              <a:gs pos="100000">
                <a:schemeClr val="tx1">
                  <a:lumMod val="50000"/>
                  <a:lumOff val="50000"/>
                </a:schemeClr>
              </a:gs>
            </a:gsLst>
            <a:lin ang="5400000" scaled="0"/>
          </a:gradFill>
          <a:ln w="15875">
            <a:solidFill>
              <a:srgbClr val="333333">
                <a:alpha val="4197"/>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latin typeface="FZVARIABLE-LANTINGHEIK MEDIUM" panose="02000600000000000000" pitchFamily="2" charset="-122"/>
              <a:ea typeface="FZVARIABLE-LANTINGHEIK MEDIUM" panose="02000600000000000000" pitchFamily="2" charset="-122"/>
            </a:endParaRPr>
          </a:p>
        </p:txBody>
      </p:sp>
      <p:sp>
        <p:nvSpPr>
          <p:cNvPr id="229" name="椭圆 228">
            <a:extLst>
              <a:ext uri="{FF2B5EF4-FFF2-40B4-BE49-F238E27FC236}">
                <a16:creationId xmlns:a16="http://schemas.microsoft.com/office/drawing/2014/main" id="{112F1E26-2F9B-BF15-F977-C92D19B1B14A}"/>
              </a:ext>
            </a:extLst>
          </p:cNvPr>
          <p:cNvSpPr/>
          <p:nvPr/>
        </p:nvSpPr>
        <p:spPr>
          <a:xfrm>
            <a:off x="6218237" y="8039100"/>
            <a:ext cx="1490663" cy="280988"/>
          </a:xfrm>
          <a:prstGeom prst="ellipse">
            <a:avLst/>
          </a:prstGeom>
          <a:gradFill>
            <a:gsLst>
              <a:gs pos="0">
                <a:schemeClr val="bg1">
                  <a:lumMod val="85000"/>
                  <a:alpha val="33056"/>
                </a:schemeClr>
              </a:gs>
              <a:gs pos="100000">
                <a:schemeClr val="tx1">
                  <a:lumMod val="50000"/>
                  <a:lumOff val="50000"/>
                </a:schemeClr>
              </a:gs>
            </a:gsLst>
            <a:lin ang="5400000" scaled="0"/>
          </a:gradFill>
          <a:ln w="15875">
            <a:solidFill>
              <a:srgbClr val="333333">
                <a:alpha val="4197"/>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latin typeface="FZVARIABLE-LANTINGHEIK MEDIUM" panose="02000600000000000000" pitchFamily="2" charset="-122"/>
              <a:ea typeface="FZVARIABLE-LANTINGHEIK MEDIUM" panose="02000600000000000000" pitchFamily="2" charset="-122"/>
            </a:endParaRPr>
          </a:p>
        </p:txBody>
      </p:sp>
      <p:sp>
        <p:nvSpPr>
          <p:cNvPr id="230" name="文本框 229">
            <a:extLst>
              <a:ext uri="{FF2B5EF4-FFF2-40B4-BE49-F238E27FC236}">
                <a16:creationId xmlns:a16="http://schemas.microsoft.com/office/drawing/2014/main" id="{EAA6166D-4B32-7A26-FD41-5B98E7131DFB}"/>
              </a:ext>
            </a:extLst>
          </p:cNvPr>
          <p:cNvSpPr txBox="1"/>
          <p:nvPr/>
        </p:nvSpPr>
        <p:spPr>
          <a:xfrm>
            <a:off x="5678487" y="6938963"/>
            <a:ext cx="2468563" cy="1108075"/>
          </a:xfrm>
          <a:prstGeom prst="rect">
            <a:avLst/>
          </a:prstGeom>
          <a:noFill/>
        </p:spPr>
        <p:txBody>
          <a:bodyPr wrap="square" rtlCol="0">
            <a:spAutoFit/>
          </a:bodyPr>
          <a:lstStyle/>
          <a:p>
            <a:pPr algn="ctr" defTabSz="193533"/>
            <a:r>
              <a:rPr lang="en-US" altLang="zh-CN" sz="6600" dirty="0">
                <a:gradFill>
                  <a:gsLst>
                    <a:gs pos="0">
                      <a:schemeClr val="bg1">
                        <a:lumMod val="50000"/>
                      </a:schemeClr>
                    </a:gs>
                    <a:gs pos="100000">
                      <a:schemeClr val="tx1">
                        <a:lumMod val="85000"/>
                        <a:lumOff val="15000"/>
                      </a:schemeClr>
                    </a:gs>
                  </a:gsLst>
                  <a:lin ang="0" scaled="0"/>
                </a:gradFill>
                <a:latin typeface="FZVARIABLE-LANTINGHEIK MEDIUM" panose="02000600000000000000" pitchFamily="2" charset="-122"/>
                <a:ea typeface="FZVARIABLE-LANTINGHEIK MEDIUM" panose="02000600000000000000" pitchFamily="2" charset="-122"/>
              </a:rPr>
              <a:t>51</a:t>
            </a:r>
            <a:r>
              <a:rPr lang="zh-CN" altLang="en-US" sz="4400" dirty="0">
                <a:gradFill>
                  <a:gsLst>
                    <a:gs pos="0">
                      <a:schemeClr val="bg1">
                        <a:lumMod val="50000"/>
                      </a:schemeClr>
                    </a:gs>
                    <a:gs pos="100000">
                      <a:schemeClr val="tx1">
                        <a:lumMod val="85000"/>
                        <a:lumOff val="15000"/>
                      </a:schemeClr>
                    </a:gs>
                  </a:gsLst>
                  <a:lin ang="0" scaled="0"/>
                </a:gradFill>
                <a:latin typeface="FZVARIABLE-LANTINGHEIK MEDIUM" panose="02000600000000000000" pitchFamily="2" charset="-122"/>
                <a:ea typeface="FZVARIABLE-LANTINGHEIK MEDIUM" panose="02000600000000000000" pitchFamily="2" charset="-122"/>
              </a:rPr>
              <a:t>天</a:t>
            </a:r>
            <a:endParaRPr lang="zh-CN" altLang="en-US" sz="4400" dirty="0">
              <a:solidFill>
                <a:schemeClr val="bg2">
                  <a:lumMod val="90000"/>
                </a:schemeClr>
              </a:solidFill>
              <a:latin typeface="FZVARIABLE-LANTINGHEIK MEDIUM" panose="02000600000000000000" pitchFamily="2" charset="-122"/>
              <a:ea typeface="FZVARIABLE-LANTINGHEIK MEDIUM" panose="02000600000000000000" pitchFamily="2" charset="-122"/>
            </a:endParaRPr>
          </a:p>
        </p:txBody>
      </p:sp>
      <p:sp>
        <p:nvSpPr>
          <p:cNvPr id="231" name="文本框 230">
            <a:extLst>
              <a:ext uri="{FF2B5EF4-FFF2-40B4-BE49-F238E27FC236}">
                <a16:creationId xmlns:a16="http://schemas.microsoft.com/office/drawing/2014/main" id="{51B25570-CF23-4E62-DAAD-2ED26FEA0826}"/>
              </a:ext>
            </a:extLst>
          </p:cNvPr>
          <p:cNvSpPr txBox="1"/>
          <p:nvPr/>
        </p:nvSpPr>
        <p:spPr>
          <a:xfrm>
            <a:off x="1965326" y="8461375"/>
            <a:ext cx="2244725" cy="706438"/>
          </a:xfrm>
          <a:prstGeom prst="rect">
            <a:avLst/>
          </a:prstGeom>
          <a:noFill/>
        </p:spPr>
        <p:txBody>
          <a:bodyPr wrap="square" rtlCol="0">
            <a:spAutoFit/>
          </a:bodyPr>
          <a:lstStyle/>
          <a:p>
            <a:pPr algn="ctr" defTabSz="193533"/>
            <a:r>
              <a:rPr kumimoji="1" lang="zh-CN" altLang="en-US" sz="2000" dirty="0">
                <a:gradFill>
                  <a:gsLst>
                    <a:gs pos="0">
                      <a:srgbClr val="6EE892"/>
                    </a:gs>
                    <a:gs pos="100000">
                      <a:srgbClr val="32C275"/>
                    </a:gs>
                  </a:gsLst>
                  <a:lin ang="0" scaled="0"/>
                </a:gradFill>
                <a:latin typeface="FZVARIABLE-LANTINGHEIK MEDIUM" panose="02000600000000000000" pitchFamily="2" charset="-122"/>
                <a:ea typeface="FZVARIABLE-LANTINGHEIK MEDIUM" panose="02000600000000000000" pitchFamily="2" charset="-122"/>
              </a:rPr>
              <a:t>小红书用户</a:t>
            </a:r>
            <a:endParaRPr kumimoji="1" lang="en-US" altLang="zh-CN" sz="2000" dirty="0">
              <a:gradFill>
                <a:gsLst>
                  <a:gs pos="0">
                    <a:srgbClr val="6EE892"/>
                  </a:gs>
                  <a:gs pos="100000">
                    <a:srgbClr val="32C275"/>
                  </a:gs>
                </a:gsLst>
                <a:lin ang="0" scaled="0"/>
              </a:gradFill>
              <a:latin typeface="FZVARIABLE-LANTINGHEIK MEDIUM" panose="02000600000000000000" pitchFamily="2" charset="-122"/>
              <a:ea typeface="FZVARIABLE-LANTINGHEIK MEDIUM" panose="02000600000000000000" pitchFamily="2" charset="-122"/>
            </a:endParaRPr>
          </a:p>
          <a:p>
            <a:pPr algn="ctr" defTabSz="193533"/>
            <a:r>
              <a:rPr kumimoji="1" lang="zh-CN" altLang="en-US" sz="2000" dirty="0">
                <a:gradFill>
                  <a:gsLst>
                    <a:gs pos="0">
                      <a:srgbClr val="6EE892"/>
                    </a:gs>
                    <a:gs pos="100000">
                      <a:srgbClr val="32C275"/>
                    </a:gs>
                  </a:gsLst>
                  <a:lin ang="0" scaled="0"/>
                </a:gradFill>
                <a:latin typeface="FZVARIABLE-LANTINGHEIK MEDIUM" panose="02000600000000000000" pitchFamily="2" charset="-122"/>
                <a:ea typeface="FZVARIABLE-LANTINGHEIK MEDIUM" panose="02000600000000000000" pitchFamily="2" charset="-122"/>
              </a:rPr>
              <a:t>决策周期</a:t>
            </a:r>
          </a:p>
        </p:txBody>
      </p:sp>
      <p:sp>
        <p:nvSpPr>
          <p:cNvPr id="232" name="椭圆 231">
            <a:extLst>
              <a:ext uri="{FF2B5EF4-FFF2-40B4-BE49-F238E27FC236}">
                <a16:creationId xmlns:a16="http://schemas.microsoft.com/office/drawing/2014/main" id="{C8D04E69-A04F-4411-0105-07FAB2B51D0A}"/>
              </a:ext>
            </a:extLst>
          </p:cNvPr>
          <p:cNvSpPr/>
          <p:nvPr/>
        </p:nvSpPr>
        <p:spPr>
          <a:xfrm>
            <a:off x="1998663" y="7662863"/>
            <a:ext cx="2230438" cy="376238"/>
          </a:xfrm>
          <a:prstGeom prst="ellipse">
            <a:avLst/>
          </a:prstGeom>
          <a:gradFill>
            <a:gsLst>
              <a:gs pos="0">
                <a:srgbClr val="32C275">
                  <a:alpha val="0"/>
                </a:srgbClr>
              </a:gs>
              <a:gs pos="100000">
                <a:srgbClr val="32C275">
                  <a:alpha val="50833"/>
                </a:srgbClr>
              </a:gs>
            </a:gsLst>
            <a:lin ang="5400000" scaled="0"/>
          </a:gradFill>
          <a:ln w="19050">
            <a:gradFill>
              <a:gsLst>
                <a:gs pos="0">
                  <a:srgbClr val="01DC7E">
                    <a:alpha val="0"/>
                  </a:srgbClr>
                </a:gs>
                <a:gs pos="100000">
                  <a:srgbClr val="32C27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latin typeface="FZVARIABLE-LANTINGHEIK MEDIUM" panose="02000600000000000000" pitchFamily="2" charset="-122"/>
              <a:ea typeface="FZVARIABLE-LANTINGHEIK MEDIUM" panose="02000600000000000000" pitchFamily="2" charset="-122"/>
            </a:endParaRPr>
          </a:p>
        </p:txBody>
      </p:sp>
      <p:sp>
        <p:nvSpPr>
          <p:cNvPr id="233" name="椭圆 232">
            <a:extLst>
              <a:ext uri="{FF2B5EF4-FFF2-40B4-BE49-F238E27FC236}">
                <a16:creationId xmlns:a16="http://schemas.microsoft.com/office/drawing/2014/main" id="{F4DADE1F-7579-8983-B682-A4E289AF66E4}"/>
              </a:ext>
            </a:extLst>
          </p:cNvPr>
          <p:cNvSpPr/>
          <p:nvPr/>
        </p:nvSpPr>
        <p:spPr>
          <a:xfrm>
            <a:off x="2449513" y="8026400"/>
            <a:ext cx="1489075" cy="280988"/>
          </a:xfrm>
          <a:prstGeom prst="ellipse">
            <a:avLst/>
          </a:prstGeom>
          <a:gradFill>
            <a:gsLst>
              <a:gs pos="0">
                <a:srgbClr val="32C275">
                  <a:alpha val="0"/>
                </a:srgbClr>
              </a:gs>
              <a:gs pos="100000">
                <a:srgbClr val="32C275">
                  <a:alpha val="30000"/>
                </a:srgbClr>
              </a:gs>
            </a:gsLst>
            <a:lin ang="5400000" scaled="0"/>
          </a:gradFill>
          <a:ln w="15875">
            <a:gradFill>
              <a:gsLst>
                <a:gs pos="0">
                  <a:srgbClr val="01DC7E">
                    <a:alpha val="0"/>
                  </a:srgbClr>
                </a:gs>
                <a:gs pos="100000">
                  <a:srgbClr val="32C275">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latin typeface="FZVARIABLE-LANTINGHEIK MEDIUM" panose="02000600000000000000" pitchFamily="2" charset="-122"/>
              <a:ea typeface="FZVARIABLE-LANTINGHEIK MEDIUM" panose="02000600000000000000" pitchFamily="2" charset="-122"/>
            </a:endParaRPr>
          </a:p>
        </p:txBody>
      </p:sp>
      <p:sp>
        <p:nvSpPr>
          <p:cNvPr id="234" name="文本框 233">
            <a:extLst>
              <a:ext uri="{FF2B5EF4-FFF2-40B4-BE49-F238E27FC236}">
                <a16:creationId xmlns:a16="http://schemas.microsoft.com/office/drawing/2014/main" id="{0E035951-863E-EFA6-BBF0-A68551674EBA}"/>
              </a:ext>
            </a:extLst>
          </p:cNvPr>
          <p:cNvSpPr txBox="1"/>
          <p:nvPr/>
        </p:nvSpPr>
        <p:spPr>
          <a:xfrm>
            <a:off x="2020889" y="6916738"/>
            <a:ext cx="2314575" cy="1108075"/>
          </a:xfrm>
          <a:prstGeom prst="rect">
            <a:avLst/>
          </a:prstGeom>
          <a:noFill/>
        </p:spPr>
        <p:txBody>
          <a:bodyPr wrap="square" rtlCol="0">
            <a:spAutoFit/>
          </a:bodyPr>
          <a:lstStyle/>
          <a:p>
            <a:pPr algn="ctr" defTabSz="193533"/>
            <a:r>
              <a:rPr lang="en-US" altLang="zh-CN" sz="6600" dirty="0">
                <a:gradFill>
                  <a:gsLst>
                    <a:gs pos="0">
                      <a:srgbClr val="6EE892"/>
                    </a:gs>
                    <a:gs pos="100000">
                      <a:srgbClr val="32C275"/>
                    </a:gs>
                  </a:gsLst>
                  <a:lin ang="0" scaled="0"/>
                </a:gradFill>
                <a:latin typeface="FZVARIABLE-LANTINGHEIK MEDIUM" panose="02000600000000000000" pitchFamily="2" charset="-122"/>
                <a:ea typeface="FZVARIABLE-LANTINGHEIK MEDIUM" panose="02000600000000000000" pitchFamily="2" charset="-122"/>
              </a:rPr>
              <a:t>42</a:t>
            </a:r>
            <a:r>
              <a:rPr lang="zh-CN" altLang="en-US" sz="4400" dirty="0">
                <a:gradFill>
                  <a:gsLst>
                    <a:gs pos="0">
                      <a:srgbClr val="6EE892"/>
                    </a:gs>
                    <a:gs pos="100000">
                      <a:srgbClr val="32C275"/>
                    </a:gs>
                  </a:gsLst>
                  <a:lin ang="0" scaled="0"/>
                </a:gradFill>
                <a:latin typeface="FZVARIABLE-LANTINGHEIK MEDIUM" panose="02000600000000000000" pitchFamily="2" charset="-122"/>
                <a:ea typeface="FZVARIABLE-LANTINGHEIK MEDIUM" panose="02000600000000000000" pitchFamily="2" charset="-122"/>
              </a:rPr>
              <a:t>天</a:t>
            </a:r>
            <a:endParaRPr lang="zh-CN" altLang="en-US" sz="3600" dirty="0">
              <a:solidFill>
                <a:schemeClr val="bg2">
                  <a:lumMod val="90000"/>
                </a:schemeClr>
              </a:solidFill>
              <a:latin typeface="FZVARIABLE-LANTINGHEIK MEDIUM" panose="02000600000000000000" pitchFamily="2" charset="-122"/>
              <a:ea typeface="FZVARIABLE-LANTINGHEIK MEDIUM" panose="02000600000000000000" pitchFamily="2" charset="-122"/>
            </a:endParaRPr>
          </a:p>
        </p:txBody>
      </p:sp>
      <p:sp>
        <p:nvSpPr>
          <p:cNvPr id="237" name="object 36">
            <a:extLst>
              <a:ext uri="{FF2B5EF4-FFF2-40B4-BE49-F238E27FC236}">
                <a16:creationId xmlns:a16="http://schemas.microsoft.com/office/drawing/2014/main" id="{4B451FE7-8BBF-349F-66D1-4B33A6FD8462}"/>
              </a:ext>
            </a:extLst>
          </p:cNvPr>
          <p:cNvSpPr/>
          <p:nvPr>
            <p:custDataLst>
              <p:tags r:id="rId3"/>
            </p:custDataLst>
          </p:nvPr>
        </p:nvSpPr>
        <p:spPr>
          <a:xfrm>
            <a:off x="825500" y="10533757"/>
            <a:ext cx="18561050" cy="0"/>
          </a:xfrm>
          <a:custGeom>
            <a:avLst/>
            <a:gdLst/>
            <a:ahLst/>
            <a:cxnLst/>
            <a:rect l="l" t="t" r="r" b="b"/>
            <a:pathLst>
              <a:path w="18562320">
                <a:moveTo>
                  <a:pt x="0" y="0"/>
                </a:moveTo>
                <a:lnTo>
                  <a:pt x="18562314" y="0"/>
                </a:lnTo>
              </a:path>
            </a:pathLst>
          </a:custGeom>
          <a:ln w="6350">
            <a:solidFill>
              <a:srgbClr val="333333"/>
            </a:solidFill>
          </a:ln>
        </p:spPr>
        <p:txBody>
          <a:bodyPr wrap="square" lIns="0" tIns="0" rIns="0" bIns="0" rtlCol="0"/>
          <a:lstStyle/>
          <a:p>
            <a:endParaRPr>
              <a:latin typeface="FZVariable-LanTingHeiK DemiBold" panose="02000600000000000000" pitchFamily="2" charset="-122"/>
              <a:ea typeface="FZVariable-LanTingHeiK DemiBold" panose="02000600000000000000" pitchFamily="2" charset="-122"/>
            </a:endParaRPr>
          </a:p>
        </p:txBody>
      </p:sp>
      <p:pic>
        <p:nvPicPr>
          <p:cNvPr id="238" name="object 38">
            <a:extLst>
              <a:ext uri="{FF2B5EF4-FFF2-40B4-BE49-F238E27FC236}">
                <a16:creationId xmlns:a16="http://schemas.microsoft.com/office/drawing/2014/main" id="{3A283186-58D9-0293-7D08-7F5C666B6483}"/>
              </a:ext>
            </a:extLst>
          </p:cNvPr>
          <p:cNvPicPr/>
          <p:nvPr/>
        </p:nvPicPr>
        <p:blipFill>
          <a:blip r:embed="rId35" cstate="print">
            <a:extLst>
              <a:ext uri="{28A0092B-C50C-407E-A947-70E740481C1C}">
                <a14:useLocalDpi xmlns:a14="http://schemas.microsoft.com/office/drawing/2010/main"/>
              </a:ext>
            </a:extLst>
          </a:blip>
          <a:stretch>
            <a:fillRect/>
          </a:stretch>
        </p:blipFill>
        <p:spPr>
          <a:xfrm>
            <a:off x="18410328" y="10661874"/>
            <a:ext cx="924788" cy="253814"/>
          </a:xfrm>
          <a:prstGeom prst="rect">
            <a:avLst/>
          </a:prstGeom>
        </p:spPr>
      </p:pic>
      <p:sp>
        <p:nvSpPr>
          <p:cNvPr id="240" name="object 3">
            <a:extLst>
              <a:ext uri="{FF2B5EF4-FFF2-40B4-BE49-F238E27FC236}">
                <a16:creationId xmlns:a16="http://schemas.microsoft.com/office/drawing/2014/main" id="{29925598-6970-6B69-2117-8B2E56E59133}"/>
              </a:ext>
            </a:extLst>
          </p:cNvPr>
          <p:cNvSpPr/>
          <p:nvPr>
            <p:custDataLst>
              <p:tags r:id="rId4"/>
            </p:custDataLst>
          </p:nvPr>
        </p:nvSpPr>
        <p:spPr>
          <a:xfrm rot="16200000">
            <a:off x="11633200" y="2436813"/>
            <a:ext cx="5819775" cy="9217025"/>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dirty="0">
              <a:latin typeface="FZVariable-LanTingHeiK DemiBold" panose="02000600000000000000" pitchFamily="2" charset="-122"/>
              <a:ea typeface="FZVariable-LanTingHeiK DemiBold" panose="02000600000000000000" pitchFamily="2" charset="-122"/>
            </a:endParaRPr>
          </a:p>
        </p:txBody>
      </p:sp>
      <p:grpSp>
        <p:nvGrpSpPr>
          <p:cNvPr id="241" name="组合 240">
            <a:extLst>
              <a:ext uri="{FF2B5EF4-FFF2-40B4-BE49-F238E27FC236}">
                <a16:creationId xmlns:a16="http://schemas.microsoft.com/office/drawing/2014/main" id="{4E1A8BD0-C6D4-280C-E073-7804517659DE}"/>
              </a:ext>
            </a:extLst>
          </p:cNvPr>
          <p:cNvGrpSpPr/>
          <p:nvPr/>
        </p:nvGrpSpPr>
        <p:grpSpPr>
          <a:xfrm>
            <a:off x="10328275" y="3477418"/>
            <a:ext cx="5257800" cy="528638"/>
            <a:chOff x="5093112" y="4392408"/>
            <a:chExt cx="3486123" cy="651007"/>
          </a:xfrm>
        </p:grpSpPr>
        <p:sp>
          <p:nvSpPr>
            <p:cNvPr id="242" name="圆角矩形 241">
              <a:extLst>
                <a:ext uri="{FF2B5EF4-FFF2-40B4-BE49-F238E27FC236}">
                  <a16:creationId xmlns:a16="http://schemas.microsoft.com/office/drawing/2014/main" id="{09712A31-6395-B1E8-C7B3-2EA07A059ABD}"/>
                </a:ext>
              </a:extLst>
            </p:cNvPr>
            <p:cNvSpPr/>
            <p:nvPr/>
          </p:nvSpPr>
          <p:spPr>
            <a:xfrm>
              <a:off x="5093112" y="4392408"/>
              <a:ext cx="3186835" cy="651007"/>
            </a:xfrm>
            <a:prstGeom prst="roundRect">
              <a:avLst>
                <a:gd name="adj" fmla="val 50000"/>
              </a:avLst>
            </a:prstGeom>
            <a:solidFill>
              <a:srgbClr val="06B85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 </a:t>
              </a:r>
            </a:p>
          </p:txBody>
        </p:sp>
        <p:cxnSp>
          <p:nvCxnSpPr>
            <p:cNvPr id="243" name="直线箭头连接符 242">
              <a:extLst>
                <a:ext uri="{FF2B5EF4-FFF2-40B4-BE49-F238E27FC236}">
                  <a16:creationId xmlns:a16="http://schemas.microsoft.com/office/drawing/2014/main" id="{91AB962E-63C7-6A9A-F5C5-6A2247003892}"/>
                </a:ext>
              </a:extLst>
            </p:cNvPr>
            <p:cNvCxnSpPr>
              <a:cxnSpLocks/>
            </p:cNvCxnSpPr>
            <p:nvPr/>
          </p:nvCxnSpPr>
          <p:spPr>
            <a:xfrm>
              <a:off x="8081138" y="4716280"/>
              <a:ext cx="498097" cy="0"/>
            </a:xfrm>
            <a:prstGeom prst="straightConnector1">
              <a:avLst/>
            </a:prstGeom>
            <a:ln w="31750">
              <a:solidFill>
                <a:schemeClr val="bg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44" name="文本框 243">
              <a:extLst>
                <a:ext uri="{FF2B5EF4-FFF2-40B4-BE49-F238E27FC236}">
                  <a16:creationId xmlns:a16="http://schemas.microsoft.com/office/drawing/2014/main" id="{7910529C-4AAF-984A-8296-7A196DF59709}"/>
                </a:ext>
              </a:extLst>
            </p:cNvPr>
            <p:cNvSpPr txBox="1"/>
            <p:nvPr/>
          </p:nvSpPr>
          <p:spPr>
            <a:xfrm>
              <a:off x="5093113" y="4533943"/>
              <a:ext cx="3272026" cy="350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2000">
                  <a:latin typeface="FZVariable-LanTingHeiK DemiBold" panose="02000600000000000000" pitchFamily="2" charset="-122"/>
                  <a:ea typeface="FZVariable-LanTingHeiK DemiBold" panose="02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solidFill>
                    <a:schemeClr val="tx1">
                      <a:lumMod val="85000"/>
                      <a:lumOff val="15000"/>
                    </a:schemeClr>
                  </a:solidFill>
                </a:rPr>
                <a:t>不同价格段用户决策周期分布</a:t>
              </a:r>
            </a:p>
          </p:txBody>
        </p:sp>
      </p:grpSp>
      <p:graphicFrame>
        <p:nvGraphicFramePr>
          <p:cNvPr id="497" name="Chart 3">
            <a:extLst>
              <a:ext uri="{FF2B5EF4-FFF2-40B4-BE49-F238E27FC236}">
                <a16:creationId xmlns:a16="http://schemas.microsoft.com/office/drawing/2014/main" id="{2BD3EC88-9BE1-2BE9-51B6-04A59597CC5A}"/>
              </a:ext>
            </a:extLst>
          </p:cNvPr>
          <p:cNvGraphicFramePr/>
          <p:nvPr>
            <p:custDataLst>
              <p:tags r:id="rId5"/>
            </p:custDataLst>
            <p:extLst>
              <p:ext uri="{D42A27DB-BD31-4B8C-83A1-F6EECF244321}">
                <p14:modId xmlns:p14="http://schemas.microsoft.com/office/powerpoint/2010/main" val="673475152"/>
              </p:ext>
            </p:extLst>
          </p:nvPr>
        </p:nvGraphicFramePr>
        <p:xfrm>
          <a:off x="10922000" y="5562600"/>
          <a:ext cx="7540625" cy="3398838"/>
        </p:xfrm>
        <a:graphic>
          <a:graphicData uri="http://schemas.openxmlformats.org/drawingml/2006/chart">
            <c:chart xmlns:c="http://schemas.openxmlformats.org/drawingml/2006/chart" xmlns:r="http://schemas.openxmlformats.org/officeDocument/2006/relationships" r:id="rId36"/>
          </a:graphicData>
        </a:graphic>
      </p:graphicFrame>
      <p:sp>
        <p:nvSpPr>
          <p:cNvPr id="360" name="Text Placeholder 2">
            <a:extLst>
              <a:ext uri="{FF2B5EF4-FFF2-40B4-BE49-F238E27FC236}">
                <a16:creationId xmlns:a16="http://schemas.microsoft.com/office/drawing/2014/main" id="{ABCCA8E8-715C-7E0E-67E4-E14836513948}"/>
              </a:ext>
            </a:extLst>
          </p:cNvPr>
          <p:cNvSpPr>
            <a:spLocks noGrp="1"/>
          </p:cNvSpPr>
          <p:nvPr>
            <p:custDataLst>
              <p:tags r:id="rId6"/>
            </p:custDataLst>
          </p:nvPr>
        </p:nvSpPr>
        <p:spPr bwMode="gray">
          <a:xfrm>
            <a:off x="12320588" y="8924925"/>
            <a:ext cx="31908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8D300F80-25C0-4BCB-AB53-32B41A87FB97}" type="datetime'''''''2''''0''''''''''''%'''''''''''''''''''''''">
              <a:rPr lang="en-US"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rPr>
              <a:pPr/>
              <a:t>20%</a:t>
            </a:fld>
            <a:endParaRPr kumimoji="0" lang="zh-CN" altLang="en-US" sz="1100" b="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endParaRPr>
          </a:p>
        </p:txBody>
      </p:sp>
      <p:sp>
        <p:nvSpPr>
          <p:cNvPr id="362" name="Text Placeholder 2">
            <a:extLst>
              <a:ext uri="{FF2B5EF4-FFF2-40B4-BE49-F238E27FC236}">
                <a16:creationId xmlns:a16="http://schemas.microsoft.com/office/drawing/2014/main" id="{C1775643-5C9E-00AF-9B02-462A5A5EB914}"/>
              </a:ext>
            </a:extLst>
          </p:cNvPr>
          <p:cNvSpPr>
            <a:spLocks noGrp="1"/>
          </p:cNvSpPr>
          <p:nvPr>
            <p:custDataLst>
              <p:tags r:id="rId7"/>
            </p:custDataLst>
          </p:nvPr>
        </p:nvSpPr>
        <p:spPr bwMode="gray">
          <a:xfrm>
            <a:off x="13792200" y="8924925"/>
            <a:ext cx="323850"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41E3BCBE-1BAE-4E09-8AD1-AB5CD08208B8}" type="datetime'4''''''''''''''''''''''0''''''%'''">
              <a:rPr lang="en-US"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rPr>
              <a:pPr/>
              <a:t>40%</a:t>
            </a:fld>
            <a:endParaRPr kumimoji="0" lang="zh-CN" altLang="en-US" sz="1100" b="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endParaRPr>
          </a:p>
        </p:txBody>
      </p:sp>
      <p:sp>
        <p:nvSpPr>
          <p:cNvPr id="364" name="Text Placeholder 2">
            <a:extLst>
              <a:ext uri="{FF2B5EF4-FFF2-40B4-BE49-F238E27FC236}">
                <a16:creationId xmlns:a16="http://schemas.microsoft.com/office/drawing/2014/main" id="{75BF438D-12B2-CCE2-EDE8-58BCC837F54D}"/>
              </a:ext>
            </a:extLst>
          </p:cNvPr>
          <p:cNvSpPr>
            <a:spLocks noGrp="1"/>
          </p:cNvSpPr>
          <p:nvPr>
            <p:custDataLst>
              <p:tags r:id="rId8"/>
            </p:custDataLst>
          </p:nvPr>
        </p:nvSpPr>
        <p:spPr bwMode="gray">
          <a:xfrm>
            <a:off x="15270163" y="8924925"/>
            <a:ext cx="322263"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C7932169-0C98-4A3A-9638-FD86139BEA5D}" type="datetime'''''''''''''''''''''''''''''''''''''''''''''''''6''''''''''0%'">
              <a:rPr lang="en-US"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rPr>
              <a:pPr/>
              <a:t>60%</a:t>
            </a:fld>
            <a:endParaRPr kumimoji="0" lang="zh-CN" altLang="en-US" sz="1100" b="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endParaRPr>
          </a:p>
        </p:txBody>
      </p:sp>
      <p:sp>
        <p:nvSpPr>
          <p:cNvPr id="366" name="Text Placeholder 2">
            <a:extLst>
              <a:ext uri="{FF2B5EF4-FFF2-40B4-BE49-F238E27FC236}">
                <a16:creationId xmlns:a16="http://schemas.microsoft.com/office/drawing/2014/main" id="{2114CE5B-6FEC-AA4E-591F-9686DF9797C1}"/>
              </a:ext>
            </a:extLst>
          </p:cNvPr>
          <p:cNvSpPr>
            <a:spLocks noGrp="1"/>
          </p:cNvSpPr>
          <p:nvPr>
            <p:custDataLst>
              <p:tags r:id="rId9"/>
            </p:custDataLst>
          </p:nvPr>
        </p:nvSpPr>
        <p:spPr bwMode="gray">
          <a:xfrm>
            <a:off x="16743363" y="8924925"/>
            <a:ext cx="323850"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BA601CCD-301E-4C3C-824E-40C147DE8C56}" type="datetime'''''''''''''''''''''''''''''''''''''''''''8''0''''''''%'">
              <a:rPr lang="en-US"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rPr>
              <a:pPr/>
              <a:t>80%</a:t>
            </a:fld>
            <a:endParaRPr kumimoji="0" lang="zh-CN" altLang="en-US" sz="1100" b="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endParaRPr>
          </a:p>
        </p:txBody>
      </p:sp>
      <p:sp>
        <p:nvSpPr>
          <p:cNvPr id="368" name="Text Placeholder 2">
            <a:extLst>
              <a:ext uri="{FF2B5EF4-FFF2-40B4-BE49-F238E27FC236}">
                <a16:creationId xmlns:a16="http://schemas.microsoft.com/office/drawing/2014/main" id="{868F842F-7666-F3FB-85D6-0A1DD83BC1B1}"/>
              </a:ext>
            </a:extLst>
          </p:cNvPr>
          <p:cNvSpPr>
            <a:spLocks noGrp="1"/>
          </p:cNvSpPr>
          <p:nvPr>
            <p:custDataLst>
              <p:tags r:id="rId10"/>
            </p:custDataLst>
          </p:nvPr>
        </p:nvSpPr>
        <p:spPr bwMode="gray">
          <a:xfrm>
            <a:off x="18181638" y="8924925"/>
            <a:ext cx="396875"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9F49FA32-AB4A-4EB4-A1F1-34F9C53329DA}" type="datetime'''''''''''''''''100''''''''''''''''''''''''''''''%'''''''''''">
              <a:rPr lang="en-US"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rPr>
              <a:pPr/>
              <a:t>100%</a:t>
            </a:fld>
            <a:endParaRPr kumimoji="0" lang="zh-CN" altLang="en-US" sz="1100" b="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endParaRPr>
          </a:p>
        </p:txBody>
      </p:sp>
      <p:sp>
        <p:nvSpPr>
          <p:cNvPr id="358" name="Text Placeholder 2">
            <a:extLst>
              <a:ext uri="{FF2B5EF4-FFF2-40B4-BE49-F238E27FC236}">
                <a16:creationId xmlns:a16="http://schemas.microsoft.com/office/drawing/2014/main" id="{B2A532F0-4124-E4FB-172C-628687812069}"/>
              </a:ext>
            </a:extLst>
          </p:cNvPr>
          <p:cNvSpPr>
            <a:spLocks noGrp="1"/>
          </p:cNvSpPr>
          <p:nvPr>
            <p:custDataLst>
              <p:tags r:id="rId11"/>
            </p:custDataLst>
          </p:nvPr>
        </p:nvSpPr>
        <p:spPr bwMode="gray">
          <a:xfrm>
            <a:off x="10890250" y="8924925"/>
            <a:ext cx="23018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E395FB0C-9003-4AE6-8EF6-595A86F319D9}" type="datetime'''''''''''''''''''''''''''''''0''''''%'''''''''''">
              <a:rPr lang="en-US"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rPr>
              <a:pPr/>
              <a:t>0%</a:t>
            </a:fld>
            <a:endParaRPr kumimoji="0" lang="zh-CN" altLang="en-US" sz="1100" b="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方正可变兰亭黑 GBK Normal" panose="02000600000000000000" pitchFamily="2" charset="-122"/>
            </a:endParaRPr>
          </a:p>
        </p:txBody>
      </p:sp>
      <p:sp>
        <p:nvSpPr>
          <p:cNvPr id="370" name="Text Placeholder 2">
            <a:extLst>
              <a:ext uri="{FF2B5EF4-FFF2-40B4-BE49-F238E27FC236}">
                <a16:creationId xmlns:a16="http://schemas.microsoft.com/office/drawing/2014/main" id="{A701A12F-0E6D-B168-E04A-F4D9D18309F4}"/>
              </a:ext>
            </a:extLst>
          </p:cNvPr>
          <p:cNvSpPr>
            <a:spLocks noGrp="1"/>
          </p:cNvSpPr>
          <p:nvPr>
            <p:custDataLst>
              <p:tags r:id="rId12"/>
            </p:custDataLst>
          </p:nvPr>
        </p:nvSpPr>
        <p:spPr bwMode="auto">
          <a:xfrm>
            <a:off x="10345738" y="6529388"/>
            <a:ext cx="56673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3266C7AF-4E52-4927-8D03-D57FD08BDE9B}" type="datetime'1''''0-''20''''''''''''''''''万'''''''''''''''''''''''''">
              <a:rPr lang="zh-CN"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rPr>
              <a:pPr/>
              <a:t>10-20万</a:t>
            </a:fld>
            <a:endParaRPr kumimoji="0" lang="zh-CN" altLang="en-US" sz="110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endParaRPr>
          </a:p>
        </p:txBody>
      </p:sp>
      <p:sp>
        <p:nvSpPr>
          <p:cNvPr id="371" name="Text Placeholder 2">
            <a:extLst>
              <a:ext uri="{FF2B5EF4-FFF2-40B4-BE49-F238E27FC236}">
                <a16:creationId xmlns:a16="http://schemas.microsoft.com/office/drawing/2014/main" id="{D486BF92-6F12-4A81-0A2F-922F46764E9A}"/>
              </a:ext>
            </a:extLst>
          </p:cNvPr>
          <p:cNvSpPr>
            <a:spLocks noGrp="1"/>
          </p:cNvSpPr>
          <p:nvPr>
            <p:custDataLst>
              <p:tags r:id="rId13"/>
            </p:custDataLst>
          </p:nvPr>
        </p:nvSpPr>
        <p:spPr bwMode="auto">
          <a:xfrm>
            <a:off x="10329863" y="7177088"/>
            <a:ext cx="582613"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E21EEA3A-D087-46DF-A770-B3CF61700A66}" type="datetime'20''''''''''''''''-''''''''''''''3''''0''''''''万'''''''''''">
              <a:rPr lang="zh-CN"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rPr>
              <a:pPr/>
              <a:t>20-30万</a:t>
            </a:fld>
            <a:endParaRPr kumimoji="0" lang="zh-CN" altLang="en-US" sz="110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endParaRPr>
          </a:p>
        </p:txBody>
      </p:sp>
      <p:sp>
        <p:nvSpPr>
          <p:cNvPr id="372" name="Text Placeholder 2">
            <a:extLst>
              <a:ext uri="{FF2B5EF4-FFF2-40B4-BE49-F238E27FC236}">
                <a16:creationId xmlns:a16="http://schemas.microsoft.com/office/drawing/2014/main" id="{EB655A36-F155-9EA1-C3F8-B53D912B5157}"/>
              </a:ext>
            </a:extLst>
          </p:cNvPr>
          <p:cNvSpPr>
            <a:spLocks noGrp="1"/>
          </p:cNvSpPr>
          <p:nvPr>
            <p:custDataLst>
              <p:tags r:id="rId14"/>
            </p:custDataLst>
          </p:nvPr>
        </p:nvSpPr>
        <p:spPr bwMode="auto">
          <a:xfrm>
            <a:off x="10328275" y="7823200"/>
            <a:ext cx="584200"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5085C768-73FC-44AB-85F3-BA25B7D79475}" type="datetime'''3''''''''''''''''''0-''50''''''''''万'''''">
              <a:rPr lang="zh-CN"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rPr>
              <a:pPr/>
              <a:t>30-50万</a:t>
            </a:fld>
            <a:endParaRPr kumimoji="0" lang="zh-CN" altLang="en-US" sz="110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endParaRPr>
          </a:p>
        </p:txBody>
      </p:sp>
      <p:sp>
        <p:nvSpPr>
          <p:cNvPr id="373" name="Text Placeholder 2">
            <a:extLst>
              <a:ext uri="{FF2B5EF4-FFF2-40B4-BE49-F238E27FC236}">
                <a16:creationId xmlns:a16="http://schemas.microsoft.com/office/drawing/2014/main" id="{A6C6D274-19C1-C33D-B2DB-2FCFC5EAE3A8}"/>
              </a:ext>
            </a:extLst>
          </p:cNvPr>
          <p:cNvSpPr>
            <a:spLocks noGrp="1"/>
          </p:cNvSpPr>
          <p:nvPr>
            <p:custDataLst>
              <p:tags r:id="rId15"/>
            </p:custDataLst>
          </p:nvPr>
        </p:nvSpPr>
        <p:spPr bwMode="auto">
          <a:xfrm>
            <a:off x="10496550" y="8470900"/>
            <a:ext cx="415925"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8E1E141E-3BB1-4A2A-8634-A5553A1EA5CA}" type="datetime'''''''5''0''万''''''''''''''''''''''''''''''+'''''''''''''''''">
              <a:rPr lang="zh-CN"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rPr>
              <a:pPr/>
              <a:t>50万+</a:t>
            </a:fld>
            <a:endParaRPr kumimoji="0" lang="zh-CN" altLang="en-US" sz="110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endParaRPr>
          </a:p>
        </p:txBody>
      </p:sp>
      <p:sp>
        <p:nvSpPr>
          <p:cNvPr id="369" name="Text Placeholder 2">
            <a:extLst>
              <a:ext uri="{FF2B5EF4-FFF2-40B4-BE49-F238E27FC236}">
                <a16:creationId xmlns:a16="http://schemas.microsoft.com/office/drawing/2014/main" id="{03591ABA-C982-B606-1AAD-EFCD1D4943B1}"/>
              </a:ext>
            </a:extLst>
          </p:cNvPr>
          <p:cNvSpPr>
            <a:spLocks noGrp="1"/>
          </p:cNvSpPr>
          <p:nvPr>
            <p:custDataLst>
              <p:tags r:id="rId16"/>
            </p:custDataLst>
          </p:nvPr>
        </p:nvSpPr>
        <p:spPr bwMode="auto">
          <a:xfrm>
            <a:off x="10434638" y="5883275"/>
            <a:ext cx="47783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612FD210-6EE0-4449-B745-34128061FB9E}" type="datetime'''0''''''''-''''''''''''''''''''''1''''''''0万'''''''">
              <a:rPr lang="zh-CN" altLang="en-US" sz="1100" smtClean="0">
                <a:solidFill>
                  <a:srgbClr val="000000"/>
                </a:solidFill>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rPr>
              <a:pPr/>
              <a:t>0-10万</a:t>
            </a:fld>
            <a:endParaRPr kumimoji="0" lang="zh-CN" altLang="en-US" sz="1100" i="0" strike="noStrike" kern="1200" cap="none" spc="0" normalizeH="0" baseline="0" noProof="0" dirty="0">
              <a:ln>
                <a:noFill/>
              </a:ln>
              <a:solidFill>
                <a:srgbClr val="000000"/>
              </a:solidFill>
              <a:effectLst/>
              <a:uLnTx/>
              <a:uFillTx/>
              <a:latin typeface="FZVariable-LanTingHeiK Normal" panose="02000600000000000000" pitchFamily="2" charset="-122"/>
              <a:ea typeface="FZVariable-LanTingHeiK Normal" panose="02000600000000000000" pitchFamily="2" charset="-122"/>
              <a:cs typeface="+mn-cs"/>
              <a:sym typeface="FZVariable-LanTingHeiK Normal" panose="02000600000000000000" pitchFamily="2" charset="-122"/>
            </a:endParaRPr>
          </a:p>
        </p:txBody>
      </p:sp>
      <p:sp>
        <p:nvSpPr>
          <p:cNvPr id="379" name="矩形 378">
            <a:extLst>
              <a:ext uri="{FF2B5EF4-FFF2-40B4-BE49-F238E27FC236}">
                <a16:creationId xmlns:a16="http://schemas.microsoft.com/office/drawing/2014/main" id="{71242C1E-70B8-3767-CA31-84CF00277F0D}"/>
              </a:ext>
            </a:extLst>
          </p:cNvPr>
          <p:cNvSpPr/>
          <p:nvPr>
            <p:custDataLst>
              <p:tags r:id="rId17"/>
            </p:custDataLst>
          </p:nvPr>
        </p:nvSpPr>
        <p:spPr bwMode="auto">
          <a:xfrm>
            <a:off x="15405100" y="9369425"/>
            <a:ext cx="196850" cy="147638"/>
          </a:xfrm>
          <a:prstGeom prst="rect">
            <a:avLst/>
          </a:prstGeom>
          <a:solidFill>
            <a:srgbClr val="BFBFBF"/>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1200" cap="none" spc="0" normalizeH="0" baseline="0" noProof="0" dirty="0" err="1">
              <a:ln>
                <a:noFill/>
              </a:ln>
              <a:solidFill>
                <a:srgbClr val="061F32"/>
              </a:solidFill>
              <a:effectLst/>
              <a:uLnTx/>
              <a:uFillTx/>
              <a:latin typeface="微软雅黑"/>
              <a:ea typeface="微软雅黑"/>
              <a:cs typeface="+mn-cs"/>
            </a:endParaRPr>
          </a:p>
        </p:txBody>
      </p:sp>
      <p:sp>
        <p:nvSpPr>
          <p:cNvPr id="374" name="矩形 373">
            <a:extLst>
              <a:ext uri="{FF2B5EF4-FFF2-40B4-BE49-F238E27FC236}">
                <a16:creationId xmlns:a16="http://schemas.microsoft.com/office/drawing/2014/main" id="{239D1A3E-50B7-417C-B6EB-C6767D061127}"/>
              </a:ext>
            </a:extLst>
          </p:cNvPr>
          <p:cNvSpPr/>
          <p:nvPr>
            <p:custDataLst>
              <p:tags r:id="rId18"/>
            </p:custDataLst>
          </p:nvPr>
        </p:nvSpPr>
        <p:spPr bwMode="auto">
          <a:xfrm>
            <a:off x="11060113" y="9369425"/>
            <a:ext cx="196850" cy="147638"/>
          </a:xfrm>
          <a:prstGeom prst="rect">
            <a:avLst/>
          </a:prstGeom>
          <a:solidFill>
            <a:srgbClr val="00936F"/>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1200" cap="none" spc="0" normalizeH="0" baseline="0" noProof="0" dirty="0" err="1">
              <a:ln>
                <a:noFill/>
              </a:ln>
              <a:solidFill>
                <a:srgbClr val="061F32"/>
              </a:solidFill>
              <a:effectLst/>
              <a:uLnTx/>
              <a:uFillTx/>
              <a:latin typeface="微软雅黑"/>
              <a:ea typeface="微软雅黑"/>
              <a:cs typeface="+mn-cs"/>
            </a:endParaRPr>
          </a:p>
        </p:txBody>
      </p:sp>
      <p:sp>
        <p:nvSpPr>
          <p:cNvPr id="378" name="矩形 377">
            <a:extLst>
              <a:ext uri="{FF2B5EF4-FFF2-40B4-BE49-F238E27FC236}">
                <a16:creationId xmlns:a16="http://schemas.microsoft.com/office/drawing/2014/main" id="{7A3AA72E-7BBE-DF2A-7C0C-1ECFB348166B}"/>
              </a:ext>
            </a:extLst>
          </p:cNvPr>
          <p:cNvSpPr/>
          <p:nvPr>
            <p:custDataLst>
              <p:tags r:id="rId19"/>
            </p:custDataLst>
          </p:nvPr>
        </p:nvSpPr>
        <p:spPr bwMode="auto">
          <a:xfrm>
            <a:off x="14468475" y="9369425"/>
            <a:ext cx="196850" cy="147638"/>
          </a:xfrm>
          <a:prstGeom prst="rect">
            <a:avLst/>
          </a:prstGeom>
          <a:solidFill>
            <a:srgbClr val="7F7F7F"/>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1200" cap="none" spc="0" normalizeH="0" baseline="0" noProof="0" dirty="0" err="1">
              <a:ln>
                <a:noFill/>
              </a:ln>
              <a:solidFill>
                <a:srgbClr val="061F32"/>
              </a:solidFill>
              <a:effectLst/>
              <a:uLnTx/>
              <a:uFillTx/>
              <a:latin typeface="微软雅黑"/>
              <a:ea typeface="微软雅黑"/>
              <a:cs typeface="+mn-cs"/>
            </a:endParaRPr>
          </a:p>
        </p:txBody>
      </p:sp>
      <p:sp>
        <p:nvSpPr>
          <p:cNvPr id="375" name="矩形 374">
            <a:extLst>
              <a:ext uri="{FF2B5EF4-FFF2-40B4-BE49-F238E27FC236}">
                <a16:creationId xmlns:a16="http://schemas.microsoft.com/office/drawing/2014/main" id="{7C78AC6D-2F50-3D2E-CE35-EB79136685E7}"/>
              </a:ext>
            </a:extLst>
          </p:cNvPr>
          <p:cNvSpPr/>
          <p:nvPr>
            <p:custDataLst>
              <p:tags r:id="rId20"/>
            </p:custDataLst>
          </p:nvPr>
        </p:nvSpPr>
        <p:spPr bwMode="auto">
          <a:xfrm>
            <a:off x="11793538" y="9369425"/>
            <a:ext cx="196850" cy="147638"/>
          </a:xfrm>
          <a:prstGeom prst="rect">
            <a:avLst/>
          </a:prstGeom>
          <a:solidFill>
            <a:srgbClr val="BEFED9"/>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1200" cap="none" spc="0" normalizeH="0" baseline="0" noProof="0" dirty="0" err="1">
              <a:ln>
                <a:noFill/>
              </a:ln>
              <a:solidFill>
                <a:srgbClr val="061F32"/>
              </a:solidFill>
              <a:effectLst/>
              <a:uLnTx/>
              <a:uFillTx/>
              <a:latin typeface="微软雅黑"/>
              <a:ea typeface="微软雅黑"/>
              <a:cs typeface="+mn-cs"/>
            </a:endParaRPr>
          </a:p>
        </p:txBody>
      </p:sp>
      <p:sp>
        <p:nvSpPr>
          <p:cNvPr id="377" name="矩形 376">
            <a:extLst>
              <a:ext uri="{FF2B5EF4-FFF2-40B4-BE49-F238E27FC236}">
                <a16:creationId xmlns:a16="http://schemas.microsoft.com/office/drawing/2014/main" id="{F6C3BDFF-0504-93E8-4248-D975334AA5D0}"/>
              </a:ext>
            </a:extLst>
          </p:cNvPr>
          <p:cNvSpPr/>
          <p:nvPr>
            <p:custDataLst>
              <p:tags r:id="rId21"/>
            </p:custDataLst>
          </p:nvPr>
        </p:nvSpPr>
        <p:spPr bwMode="auto">
          <a:xfrm>
            <a:off x="13533438" y="9369425"/>
            <a:ext cx="196850" cy="147638"/>
          </a:xfrm>
          <a:prstGeom prst="rect">
            <a:avLst/>
          </a:prstGeom>
          <a:solidFill>
            <a:srgbClr val="8DE0C8"/>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1200" cap="none" spc="0" normalizeH="0" baseline="0" noProof="0" dirty="0" err="1">
              <a:ln>
                <a:noFill/>
              </a:ln>
              <a:solidFill>
                <a:srgbClr val="061F32"/>
              </a:solidFill>
              <a:effectLst/>
              <a:uLnTx/>
              <a:uFillTx/>
              <a:latin typeface="微软雅黑"/>
              <a:ea typeface="微软雅黑"/>
              <a:cs typeface="+mn-cs"/>
            </a:endParaRPr>
          </a:p>
        </p:txBody>
      </p:sp>
      <p:sp>
        <p:nvSpPr>
          <p:cNvPr id="376" name="矩形 375">
            <a:extLst>
              <a:ext uri="{FF2B5EF4-FFF2-40B4-BE49-F238E27FC236}">
                <a16:creationId xmlns:a16="http://schemas.microsoft.com/office/drawing/2014/main" id="{4D821D29-F192-38F4-A8B6-3E51771F88C3}"/>
              </a:ext>
            </a:extLst>
          </p:cNvPr>
          <p:cNvSpPr/>
          <p:nvPr>
            <p:custDataLst>
              <p:tags r:id="rId22"/>
            </p:custDataLst>
          </p:nvPr>
        </p:nvSpPr>
        <p:spPr bwMode="auto">
          <a:xfrm>
            <a:off x="12617450" y="9369425"/>
            <a:ext cx="196850" cy="147638"/>
          </a:xfrm>
          <a:prstGeom prst="rect">
            <a:avLst/>
          </a:prstGeom>
          <a:solidFill>
            <a:srgbClr val="7FE7AB"/>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1200" cap="none" spc="0" normalizeH="0" baseline="0" noProof="0" dirty="0" err="1">
              <a:ln>
                <a:noFill/>
              </a:ln>
              <a:solidFill>
                <a:srgbClr val="061F32"/>
              </a:solidFill>
              <a:effectLst/>
              <a:uLnTx/>
              <a:uFillTx/>
              <a:latin typeface="微软雅黑"/>
              <a:ea typeface="微软雅黑"/>
              <a:cs typeface="+mn-cs"/>
            </a:endParaRPr>
          </a:p>
        </p:txBody>
      </p:sp>
      <p:sp>
        <p:nvSpPr>
          <p:cNvPr id="380" name="Text Placeholder 2">
            <a:extLst>
              <a:ext uri="{FF2B5EF4-FFF2-40B4-BE49-F238E27FC236}">
                <a16:creationId xmlns:a16="http://schemas.microsoft.com/office/drawing/2014/main" id="{2AC2E3B0-DEA9-3226-8B70-C9FCB139451C}"/>
              </a:ext>
            </a:extLst>
          </p:cNvPr>
          <p:cNvSpPr>
            <a:spLocks noGrp="1"/>
          </p:cNvSpPr>
          <p:nvPr>
            <p:custDataLst>
              <p:tags r:id="rId23"/>
            </p:custDataLst>
          </p:nvPr>
        </p:nvSpPr>
        <p:spPr bwMode="auto">
          <a:xfrm>
            <a:off x="11307763" y="9364663"/>
            <a:ext cx="384175"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defRPr/>
            </a:pPr>
            <a:fld id="{669EB278-3C4F-4B9C-AED5-389542774B67}" type="datetime'''''1''''''''''''''''''''-7''''''天'''''">
              <a:rPr lang="zh-CN" altLang="en-US" sz="1100" smtClean="0">
                <a:solidFill>
                  <a:srgbClr val="000000"/>
                </a:solidFill>
                <a:latin typeface="方正可变兰亭黑 GBK Normal" panose="02000600000000000000" pitchFamily="2" charset="-122"/>
                <a:ea typeface="方正可变兰亭黑 GBK Normal" panose="02000600000000000000" pitchFamily="2" charset="-122"/>
                <a:cs typeface="+mn-cs"/>
              </a:rPr>
              <a:pPr/>
              <a:t>1-7天</a:t>
            </a:fld>
            <a:endParaRPr kumimoji="0" lang="zh-CN" altLang="en-US" sz="1100" b="0" i="0" strike="noStrike" kern="1200" cap="none" spc="0" normalizeH="0" baseline="0" noProof="0" dirty="0">
              <a:ln>
                <a:noFill/>
              </a:ln>
              <a:solidFill>
                <a:srgbClr val="000000"/>
              </a:solidFill>
              <a:effectLst/>
              <a:uLnTx/>
              <a:uFillTx/>
              <a:latin typeface="方正可变兰亭黑 GBK Normal" panose="02000600000000000000" pitchFamily="2" charset="-122"/>
              <a:ea typeface="方正可变兰亭黑 GBK Normal" panose="02000600000000000000" pitchFamily="2" charset="-122"/>
              <a:cs typeface="+mn-cs"/>
              <a:sym typeface="方正可变兰亭黑 GBK Normal" panose="02000600000000000000" pitchFamily="2" charset="-122"/>
            </a:endParaRPr>
          </a:p>
        </p:txBody>
      </p:sp>
      <p:sp>
        <p:nvSpPr>
          <p:cNvPr id="382" name="Text Placeholder 2">
            <a:extLst>
              <a:ext uri="{FF2B5EF4-FFF2-40B4-BE49-F238E27FC236}">
                <a16:creationId xmlns:a16="http://schemas.microsoft.com/office/drawing/2014/main" id="{64974084-AD99-0CB4-3DCF-930527EA79CC}"/>
              </a:ext>
            </a:extLst>
          </p:cNvPr>
          <p:cNvSpPr>
            <a:spLocks noGrp="1"/>
          </p:cNvSpPr>
          <p:nvPr>
            <p:custDataLst>
              <p:tags r:id="rId24"/>
            </p:custDataLst>
          </p:nvPr>
        </p:nvSpPr>
        <p:spPr bwMode="auto">
          <a:xfrm>
            <a:off x="12865100" y="9364663"/>
            <a:ext cx="56673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defRPr/>
            </a:pPr>
            <a:fld id="{DE80B9CF-123F-410D-B52F-87EF22AE844E}" type="datetime'''''''''1''''''''''5''''''''''''''''-3''''''''0天'''''''''''''">
              <a:rPr lang="zh-CN" altLang="en-US" sz="1100" smtClean="0">
                <a:solidFill>
                  <a:srgbClr val="000000"/>
                </a:solidFill>
                <a:latin typeface="方正可变兰亭黑 GBK Normal" panose="02000600000000000000" pitchFamily="2" charset="-122"/>
                <a:ea typeface="方正可变兰亭黑 GBK Normal" panose="02000600000000000000" pitchFamily="2" charset="-122"/>
                <a:cs typeface="+mn-cs"/>
              </a:rPr>
              <a:pPr/>
              <a:t>15-30天</a:t>
            </a:fld>
            <a:endParaRPr kumimoji="0" lang="zh-CN" altLang="en-US" sz="1100" b="0" i="0" strike="noStrike" kern="1200" cap="none" spc="0" normalizeH="0" baseline="0" noProof="0" dirty="0">
              <a:ln>
                <a:noFill/>
              </a:ln>
              <a:solidFill>
                <a:srgbClr val="000000"/>
              </a:solidFill>
              <a:effectLst/>
              <a:uLnTx/>
              <a:uFillTx/>
              <a:latin typeface="方正可变兰亭黑 GBK Normal" panose="02000600000000000000" pitchFamily="2" charset="-122"/>
              <a:ea typeface="方正可变兰亭黑 GBK Normal" panose="02000600000000000000" pitchFamily="2" charset="-122"/>
              <a:cs typeface="+mn-cs"/>
              <a:sym typeface="方正可变兰亭黑 GBK Normal" panose="02000600000000000000" pitchFamily="2" charset="-122"/>
            </a:endParaRPr>
          </a:p>
        </p:txBody>
      </p:sp>
      <p:sp>
        <p:nvSpPr>
          <p:cNvPr id="384" name="Text Placeholder 2">
            <a:extLst>
              <a:ext uri="{FF2B5EF4-FFF2-40B4-BE49-F238E27FC236}">
                <a16:creationId xmlns:a16="http://schemas.microsoft.com/office/drawing/2014/main" id="{58E143AF-D0AC-4FDD-D9D7-CCF63EF92F99}"/>
              </a:ext>
            </a:extLst>
          </p:cNvPr>
          <p:cNvSpPr>
            <a:spLocks noGrp="1"/>
          </p:cNvSpPr>
          <p:nvPr>
            <p:custDataLst>
              <p:tags r:id="rId25"/>
            </p:custDataLst>
          </p:nvPr>
        </p:nvSpPr>
        <p:spPr bwMode="auto">
          <a:xfrm>
            <a:off x="14716125" y="9364663"/>
            <a:ext cx="587375"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defRPr/>
            </a:pPr>
            <a:fld id="{B8F1F8F2-5923-4466-B5A7-DEB89098D2B7}" type="datetime'60''''''''''''''''''''-''''''''''''9''''''''''''0天'''''''">
              <a:rPr lang="zh-CN" altLang="en-US" sz="1100" smtClean="0">
                <a:solidFill>
                  <a:srgbClr val="000000"/>
                </a:solidFill>
                <a:latin typeface="方正可变兰亭黑 GBK Normal" panose="02000600000000000000" pitchFamily="2" charset="-122"/>
                <a:ea typeface="方正可变兰亭黑 GBK Normal" panose="02000600000000000000" pitchFamily="2" charset="-122"/>
                <a:cs typeface="+mn-cs"/>
              </a:rPr>
              <a:pPr/>
              <a:t>60-90天</a:t>
            </a:fld>
            <a:endParaRPr kumimoji="0" lang="zh-CN" altLang="en-US" sz="1100" b="0" i="0" strike="noStrike" kern="1200" cap="none" spc="0" normalizeH="0" baseline="0" noProof="0" dirty="0">
              <a:ln>
                <a:noFill/>
              </a:ln>
              <a:solidFill>
                <a:srgbClr val="000000"/>
              </a:solidFill>
              <a:effectLst/>
              <a:uLnTx/>
              <a:uFillTx/>
              <a:latin typeface="方正可变兰亭黑 GBK Normal" panose="02000600000000000000" pitchFamily="2" charset="-122"/>
              <a:ea typeface="方正可变兰亭黑 GBK Normal" panose="02000600000000000000" pitchFamily="2" charset="-122"/>
              <a:cs typeface="+mn-cs"/>
              <a:sym typeface="方正可变兰亭黑 GBK Normal" panose="02000600000000000000" pitchFamily="2" charset="-122"/>
            </a:endParaRPr>
          </a:p>
        </p:txBody>
      </p:sp>
      <p:sp>
        <p:nvSpPr>
          <p:cNvPr id="381" name="Text Placeholder 2">
            <a:extLst>
              <a:ext uri="{FF2B5EF4-FFF2-40B4-BE49-F238E27FC236}">
                <a16:creationId xmlns:a16="http://schemas.microsoft.com/office/drawing/2014/main" id="{654E5621-6F6D-86A1-D806-90EC3DEC65C4}"/>
              </a:ext>
            </a:extLst>
          </p:cNvPr>
          <p:cNvSpPr>
            <a:spLocks noGrp="1"/>
          </p:cNvSpPr>
          <p:nvPr>
            <p:custDataLst>
              <p:tags r:id="rId26"/>
            </p:custDataLst>
          </p:nvPr>
        </p:nvSpPr>
        <p:spPr bwMode="auto">
          <a:xfrm>
            <a:off x="12041188" y="9364663"/>
            <a:ext cx="474663"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defRPr/>
            </a:pPr>
            <a:fld id="{9DB31C08-1251-4388-B051-F5AD5B8C4602}" type="datetime'''''7-1''''''''''5''''天'''''''">
              <a:rPr lang="zh-CN" altLang="en-US" sz="1100" smtClean="0">
                <a:solidFill>
                  <a:srgbClr val="000000"/>
                </a:solidFill>
                <a:latin typeface="方正可变兰亭黑 GBK Normal" panose="02000600000000000000" pitchFamily="2" charset="-122"/>
                <a:ea typeface="方正可变兰亭黑 GBK Normal" panose="02000600000000000000" pitchFamily="2" charset="-122"/>
                <a:cs typeface="+mn-cs"/>
              </a:rPr>
              <a:pPr/>
              <a:t>7-15天</a:t>
            </a:fld>
            <a:endParaRPr kumimoji="0" lang="zh-CN" altLang="en-US" sz="1100" b="0" i="0" strike="noStrike" kern="1200" cap="none" spc="0" normalizeH="0" baseline="0" noProof="0" dirty="0">
              <a:ln>
                <a:noFill/>
              </a:ln>
              <a:solidFill>
                <a:srgbClr val="000000"/>
              </a:solidFill>
              <a:effectLst/>
              <a:uLnTx/>
              <a:uFillTx/>
              <a:latin typeface="方正可变兰亭黑 GBK Normal" panose="02000600000000000000" pitchFamily="2" charset="-122"/>
              <a:ea typeface="方正可变兰亭黑 GBK Normal" panose="02000600000000000000" pitchFamily="2" charset="-122"/>
              <a:cs typeface="+mn-cs"/>
              <a:sym typeface="方正可变兰亭黑 GBK Normal" panose="02000600000000000000" pitchFamily="2" charset="-122"/>
            </a:endParaRPr>
          </a:p>
        </p:txBody>
      </p:sp>
      <p:sp>
        <p:nvSpPr>
          <p:cNvPr id="385" name="Text Placeholder 2">
            <a:extLst>
              <a:ext uri="{FF2B5EF4-FFF2-40B4-BE49-F238E27FC236}">
                <a16:creationId xmlns:a16="http://schemas.microsoft.com/office/drawing/2014/main" id="{B357163F-A81A-C511-C1EC-307B389644DA}"/>
              </a:ext>
            </a:extLst>
          </p:cNvPr>
          <p:cNvSpPr>
            <a:spLocks noGrp="1"/>
          </p:cNvSpPr>
          <p:nvPr>
            <p:custDataLst>
              <p:tags r:id="rId27"/>
            </p:custDataLst>
          </p:nvPr>
        </p:nvSpPr>
        <p:spPr bwMode="auto">
          <a:xfrm>
            <a:off x="15652750" y="9364663"/>
            <a:ext cx="419100"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defRPr/>
            </a:pPr>
            <a:fld id="{A21223A0-D013-4831-9E46-466D8A312ECC}" type="datetime'''''''''''''&gt;''''''''9''''''''0''''''''''天'''''''''">
              <a:rPr lang="en-US" altLang="en-US" sz="1100" smtClean="0">
                <a:solidFill>
                  <a:srgbClr val="000000"/>
                </a:solidFill>
                <a:latin typeface="方正可变兰亭黑 GBK Normal" panose="02000600000000000000" pitchFamily="2" charset="-122"/>
                <a:ea typeface="方正可变兰亭黑 GBK Normal" panose="02000600000000000000" pitchFamily="2" charset="-122"/>
                <a:cs typeface="+mn-cs"/>
              </a:rPr>
              <a:pPr/>
              <a:t>&gt;90天</a:t>
            </a:fld>
            <a:endParaRPr kumimoji="0" lang="zh-CN" altLang="en-US" sz="1100" b="0" i="0" strike="noStrike" kern="1200" cap="none" spc="0" normalizeH="0" baseline="0" noProof="0" dirty="0">
              <a:ln>
                <a:noFill/>
              </a:ln>
              <a:solidFill>
                <a:srgbClr val="000000"/>
              </a:solidFill>
              <a:effectLst/>
              <a:uLnTx/>
              <a:uFillTx/>
              <a:latin typeface="方正可变兰亭黑 GBK Normal" panose="02000600000000000000" pitchFamily="2" charset="-122"/>
              <a:ea typeface="方正可变兰亭黑 GBK Normal" panose="02000600000000000000" pitchFamily="2" charset="-122"/>
              <a:cs typeface="+mn-cs"/>
              <a:sym typeface="方正可变兰亭黑 GBK Normal" panose="02000600000000000000" pitchFamily="2" charset="-122"/>
            </a:endParaRPr>
          </a:p>
        </p:txBody>
      </p:sp>
      <p:sp>
        <p:nvSpPr>
          <p:cNvPr id="383" name="Text Placeholder 2">
            <a:extLst>
              <a:ext uri="{FF2B5EF4-FFF2-40B4-BE49-F238E27FC236}">
                <a16:creationId xmlns:a16="http://schemas.microsoft.com/office/drawing/2014/main" id="{6129F1D9-C051-67D3-BBE1-C7B1E5E536AE}"/>
              </a:ext>
            </a:extLst>
          </p:cNvPr>
          <p:cNvSpPr>
            <a:spLocks noGrp="1"/>
          </p:cNvSpPr>
          <p:nvPr>
            <p:custDataLst>
              <p:tags r:id="rId28"/>
            </p:custDataLst>
          </p:nvPr>
        </p:nvSpPr>
        <p:spPr bwMode="auto">
          <a:xfrm>
            <a:off x="13781088" y="9364663"/>
            <a:ext cx="58578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defRPr/>
            </a:pPr>
            <a:fld id="{1B3489AD-E852-4D1B-A9A0-07A82D7ED01C}" type="datetime'3''''''''''''''''''''''''''''0''-''''''''''''6''''''0天'">
              <a:rPr lang="zh-CN" altLang="en-US" sz="1100" smtClean="0">
                <a:solidFill>
                  <a:srgbClr val="000000"/>
                </a:solidFill>
                <a:latin typeface="方正可变兰亭黑 GBK Normal" panose="02000600000000000000" pitchFamily="2" charset="-122"/>
                <a:ea typeface="方正可变兰亭黑 GBK Normal" panose="02000600000000000000" pitchFamily="2" charset="-122"/>
                <a:cs typeface="+mn-cs"/>
              </a:rPr>
              <a:pPr/>
              <a:t>30-60天</a:t>
            </a:fld>
            <a:endParaRPr kumimoji="0" lang="zh-CN" altLang="en-US" sz="1100" b="0" i="0" strike="noStrike" kern="1200" cap="none" spc="0" normalizeH="0" baseline="0" noProof="0" dirty="0">
              <a:ln>
                <a:noFill/>
              </a:ln>
              <a:solidFill>
                <a:srgbClr val="000000"/>
              </a:solidFill>
              <a:effectLst/>
              <a:uLnTx/>
              <a:uFillTx/>
              <a:latin typeface="方正可变兰亭黑 GBK Normal" panose="02000600000000000000" pitchFamily="2" charset="-122"/>
              <a:ea typeface="方正可变兰亭黑 GBK Normal" panose="02000600000000000000" pitchFamily="2" charset="-122"/>
              <a:cs typeface="+mn-cs"/>
              <a:sym typeface="方正可变兰亭黑 GBK Normal" panose="02000600000000000000" pitchFamily="2" charset="-122"/>
            </a:endParaRPr>
          </a:p>
        </p:txBody>
      </p:sp>
      <p:graphicFrame>
        <p:nvGraphicFramePr>
          <p:cNvPr id="500" name="Chart 3">
            <a:extLst>
              <a:ext uri="{FF2B5EF4-FFF2-40B4-BE49-F238E27FC236}">
                <a16:creationId xmlns:a16="http://schemas.microsoft.com/office/drawing/2014/main" id="{FFCBC231-7908-0B09-19E7-E0588A1B16D0}"/>
              </a:ext>
            </a:extLst>
          </p:cNvPr>
          <p:cNvGraphicFramePr/>
          <p:nvPr>
            <p:custDataLst>
              <p:tags r:id="rId29"/>
            </p:custDataLst>
            <p:extLst>
              <p:ext uri="{D42A27DB-BD31-4B8C-83A1-F6EECF244321}">
                <p14:modId xmlns:p14="http://schemas.microsoft.com/office/powerpoint/2010/main" val="1082532859"/>
              </p:ext>
            </p:extLst>
          </p:nvPr>
        </p:nvGraphicFramePr>
        <p:xfrm>
          <a:off x="10922000" y="5718175"/>
          <a:ext cx="7570788" cy="3070225"/>
        </p:xfrm>
        <a:graphic>
          <a:graphicData uri="http://schemas.openxmlformats.org/drawingml/2006/chart">
            <c:chart xmlns:c="http://schemas.openxmlformats.org/drawingml/2006/chart" xmlns:r="http://schemas.openxmlformats.org/officeDocument/2006/relationships" r:id="rId37"/>
          </a:graphicData>
        </a:graphic>
      </p:graphicFrame>
      <p:grpSp>
        <p:nvGrpSpPr>
          <p:cNvPr id="476" name="组合 475">
            <a:extLst>
              <a:ext uri="{FF2B5EF4-FFF2-40B4-BE49-F238E27FC236}">
                <a16:creationId xmlns:a16="http://schemas.microsoft.com/office/drawing/2014/main" id="{412D7B67-47CF-CD7E-8CD6-71541E7E6EE3}"/>
              </a:ext>
            </a:extLst>
          </p:cNvPr>
          <p:cNvGrpSpPr/>
          <p:nvPr/>
        </p:nvGrpSpPr>
        <p:grpSpPr>
          <a:xfrm>
            <a:off x="16271875" y="9321800"/>
            <a:ext cx="2405063" cy="261938"/>
            <a:chOff x="16517938" y="5571011"/>
            <a:chExt cx="2405062" cy="261610"/>
          </a:xfrm>
        </p:grpSpPr>
        <p:cxnSp>
          <p:nvCxnSpPr>
            <p:cNvPr id="387" name="直接连接符 205">
              <a:extLst>
                <a:ext uri="{FF2B5EF4-FFF2-40B4-BE49-F238E27FC236}">
                  <a16:creationId xmlns:a16="http://schemas.microsoft.com/office/drawing/2014/main" id="{BDAB4ABC-562C-D8F7-D5A4-D5E41FE7ED70}"/>
                </a:ext>
              </a:extLst>
            </p:cNvPr>
            <p:cNvCxnSpPr/>
            <p:nvPr/>
          </p:nvCxnSpPr>
          <p:spPr>
            <a:xfrm>
              <a:off x="16517938" y="5699125"/>
              <a:ext cx="411163" cy="0"/>
            </a:xfrm>
            <a:prstGeom prst="line">
              <a:avLst/>
            </a:prstGeom>
            <a:ln w="34925">
              <a:solidFill>
                <a:srgbClr val="FEE793"/>
              </a:solidFill>
            </a:ln>
          </p:spPr>
          <p:style>
            <a:lnRef idx="1">
              <a:schemeClr val="accent1"/>
            </a:lnRef>
            <a:fillRef idx="0">
              <a:schemeClr val="accent1"/>
            </a:fillRef>
            <a:effectRef idx="0">
              <a:schemeClr val="accent1"/>
            </a:effectRef>
            <a:fontRef idx="minor">
              <a:schemeClr val="tx1"/>
            </a:fontRef>
          </p:style>
        </p:cxnSp>
        <p:sp>
          <p:nvSpPr>
            <p:cNvPr id="388" name="文本框 387">
              <a:extLst>
                <a:ext uri="{FF2B5EF4-FFF2-40B4-BE49-F238E27FC236}">
                  <a16:creationId xmlns:a16="http://schemas.microsoft.com/office/drawing/2014/main" id="{090B78D5-7765-C726-DC9D-12027BF563CD}"/>
                </a:ext>
              </a:extLst>
            </p:cNvPr>
            <p:cNvSpPr txBox="1"/>
            <p:nvPr/>
          </p:nvSpPr>
          <p:spPr>
            <a:xfrm>
              <a:off x="16891000" y="5571011"/>
              <a:ext cx="2032000" cy="261610"/>
            </a:xfrm>
            <a:prstGeom prst="rect">
              <a:avLst/>
            </a:prstGeom>
            <a:noFill/>
          </p:spPr>
          <p:txBody>
            <a:bodyPr wrap="square">
              <a:spAutoFit/>
            </a:bodyPr>
            <a:lstStyle/>
            <a:p>
              <a:r>
                <a:rPr lang="zh-CN" altLang="en-US" sz="1100" dirty="0">
                  <a:solidFill>
                    <a:schemeClr val="tx1"/>
                  </a:solidFill>
                  <a:latin typeface="方正可变兰亭黑 GBK Normal" panose="02000600000000000000" pitchFamily="2" charset="-122"/>
                  <a:ea typeface="方正可变兰亭黑 GBK Normal" panose="02000600000000000000" pitchFamily="2" charset="-122"/>
                </a:rPr>
                <a:t>各价格段平均决策周期</a:t>
              </a:r>
              <a:endParaRPr lang="zh-CN" altLang="en-US" sz="1100" dirty="0"/>
            </a:p>
          </p:txBody>
        </p:sp>
      </p:grpSp>
      <p:sp>
        <p:nvSpPr>
          <p:cNvPr id="486" name="矩形 485">
            <a:extLst>
              <a:ext uri="{FF2B5EF4-FFF2-40B4-BE49-F238E27FC236}">
                <a16:creationId xmlns:a16="http://schemas.microsoft.com/office/drawing/2014/main" id="{B724B8D2-5A25-4F34-256C-1EEB1E7A492E}"/>
              </a:ext>
            </a:extLst>
          </p:cNvPr>
          <p:cNvSpPr/>
          <p:nvPr/>
        </p:nvSpPr>
        <p:spPr>
          <a:xfrm>
            <a:off x="4273550" y="7935913"/>
            <a:ext cx="1390650" cy="706438"/>
          </a:xfrm>
          <a:prstGeom prst="rect">
            <a:avLst/>
          </a:prstGeom>
          <a:noFill/>
        </p:spPr>
        <p:txBody>
          <a:bodyPr wrap="square" lIns="150781" tIns="75390" rIns="150781" bIns="75390">
            <a:spAutoFit/>
          </a:bodyPr>
          <a:lstStyle/>
          <a:p>
            <a:pPr algn="ctr"/>
            <a:r>
              <a:rPr lang="en-US" altLang="zh-CN" sz="3600" dirty="0">
                <a:ln w="0"/>
                <a:solidFill>
                  <a:srgbClr val="02B851"/>
                </a:solidFill>
                <a:effectLst>
                  <a:outerShdw blurRad="38100" dist="25400" dir="5400000" algn="ctr" rotWithShape="0">
                    <a:srgbClr val="6E747A">
                      <a:alpha val="43000"/>
                    </a:srgbClr>
                  </a:outerShdw>
                </a:effectLst>
                <a:latin typeface="方正可变兰亭黑 GBK Normal" panose="02000600000000000000" pitchFamily="2" charset="-122"/>
                <a:ea typeface="方正可变兰亭黑 GBK Normal" panose="02000600000000000000" pitchFamily="2" charset="-122"/>
              </a:rPr>
              <a:t>VS</a:t>
            </a:r>
            <a:endParaRPr lang="zh-CN" altLang="en-US" sz="3600" dirty="0">
              <a:ln w="0"/>
              <a:solidFill>
                <a:srgbClr val="02B851"/>
              </a:solidFill>
              <a:effectLst>
                <a:outerShdw blurRad="38100" dist="25400" dir="5400000" algn="ctr" rotWithShape="0">
                  <a:srgbClr val="6E747A">
                    <a:alpha val="43000"/>
                  </a:srgbClr>
                </a:outerShdw>
              </a:effectLst>
              <a:latin typeface="方正可变兰亭黑 GBK Normal" panose="02000600000000000000" pitchFamily="2" charset="-122"/>
              <a:ea typeface="方正可变兰亭黑 GBK Normal" panose="02000600000000000000" pitchFamily="2" charset="-122"/>
            </a:endParaRPr>
          </a:p>
        </p:txBody>
      </p:sp>
      <p:sp>
        <p:nvSpPr>
          <p:cNvPr id="488" name="文本框 487">
            <a:extLst>
              <a:ext uri="{FF2B5EF4-FFF2-40B4-BE49-F238E27FC236}">
                <a16:creationId xmlns:a16="http://schemas.microsoft.com/office/drawing/2014/main" id="{D722A1EB-EF9E-D71E-EF61-9BBECE5FB3A8}"/>
              </a:ext>
            </a:extLst>
          </p:cNvPr>
          <p:cNvSpPr txBox="1"/>
          <p:nvPr/>
        </p:nvSpPr>
        <p:spPr>
          <a:xfrm>
            <a:off x="11006138" y="4283075"/>
            <a:ext cx="6373813" cy="882650"/>
          </a:xfrm>
          <a:prstGeom prst="rect">
            <a:avLst/>
          </a:prstGeom>
          <a:noFill/>
        </p:spPr>
        <p:txBody>
          <a:bodyPr wrap="square">
            <a:spAutoFit/>
          </a:bodyPr>
          <a:lstStyle/>
          <a:p>
            <a:pPr algn="l">
              <a:lnSpc>
                <a:spcPct val="150000"/>
              </a:lnSpc>
            </a:pPr>
            <a:r>
              <a:rPr kumimoji="1" lang="en" altLang="zh-CN" dirty="0">
                <a:solidFill>
                  <a:schemeClr val="tx1">
                    <a:lumMod val="65000"/>
                    <a:lumOff val="35000"/>
                  </a:schemeClr>
                </a:solidFill>
                <a:latin typeface="FZVARIABLE-LANTINGHEIK MEDIUM" panose="02000600000000000000" pitchFamily="2" charset="-122"/>
                <a:ea typeface="FZVARIABLE-LANTINGHEIK MEDIUM" panose="02000600000000000000" pitchFamily="2" charset="-122"/>
              </a:rPr>
              <a:t>50W</a:t>
            </a:r>
            <a:r>
              <a:rPr kumimoji="1" lang="zh-CN" altLang="en-US" dirty="0">
                <a:solidFill>
                  <a:schemeClr val="tx1">
                    <a:lumMod val="65000"/>
                    <a:lumOff val="35000"/>
                  </a:schemeClr>
                </a:solidFill>
                <a:latin typeface="FZVARIABLE-LANTINGHEIK MEDIUM" panose="02000600000000000000" pitchFamily="2" charset="-122"/>
                <a:ea typeface="FZVARIABLE-LANTINGHEIK MEDIUM" panose="02000600000000000000" pitchFamily="2" charset="-122"/>
              </a:rPr>
              <a:t>价格区间内的车型：价格越高，用户的决策周期越长；</a:t>
            </a:r>
          </a:p>
          <a:p>
            <a:pPr algn="l">
              <a:lnSpc>
                <a:spcPct val="150000"/>
              </a:lnSpc>
            </a:pPr>
            <a:r>
              <a:rPr kumimoji="1" lang="en-US" altLang="zh-CN" dirty="0">
                <a:solidFill>
                  <a:schemeClr val="tx1">
                    <a:lumMod val="65000"/>
                    <a:lumOff val="35000"/>
                  </a:schemeClr>
                </a:solidFill>
                <a:latin typeface="FZVARIABLE-LANTINGHEIK MEDIUM" panose="02000600000000000000" pitchFamily="2" charset="-122"/>
                <a:ea typeface="FZVARIABLE-LANTINGHEIK MEDIUM" panose="02000600000000000000" pitchFamily="2" charset="-122"/>
              </a:rPr>
              <a:t>50</a:t>
            </a:r>
            <a:r>
              <a:rPr kumimoji="1" lang="en" altLang="zh-CN" dirty="0">
                <a:solidFill>
                  <a:schemeClr val="tx1">
                    <a:lumMod val="65000"/>
                    <a:lumOff val="35000"/>
                  </a:schemeClr>
                </a:solidFill>
                <a:latin typeface="FZVARIABLE-LANTINGHEIK MEDIUM" panose="02000600000000000000" pitchFamily="2" charset="-122"/>
                <a:ea typeface="FZVARIABLE-LANTINGHEIK MEDIUM" panose="02000600000000000000" pitchFamily="2" charset="-122"/>
              </a:rPr>
              <a:t>W</a:t>
            </a:r>
            <a:r>
              <a:rPr kumimoji="1" lang="zh-CN" altLang="en-US" dirty="0">
                <a:solidFill>
                  <a:schemeClr val="tx1">
                    <a:lumMod val="65000"/>
                    <a:lumOff val="35000"/>
                  </a:schemeClr>
                </a:solidFill>
                <a:latin typeface="FZVARIABLE-LANTINGHEIK MEDIUM" panose="02000600000000000000" pitchFamily="2" charset="-122"/>
                <a:ea typeface="FZVARIABLE-LANTINGHEIK MEDIUM" panose="02000600000000000000" pitchFamily="2" charset="-122"/>
              </a:rPr>
              <a:t>以上价格车型：用户决策周期两极分化</a:t>
            </a:r>
          </a:p>
        </p:txBody>
      </p:sp>
      <p:grpSp>
        <p:nvGrpSpPr>
          <p:cNvPr id="489" name="组合 488">
            <a:extLst>
              <a:ext uri="{FF2B5EF4-FFF2-40B4-BE49-F238E27FC236}">
                <a16:creationId xmlns:a16="http://schemas.microsoft.com/office/drawing/2014/main" id="{B930F707-19FD-DED8-8D67-1EA096A5C6F7}"/>
              </a:ext>
            </a:extLst>
          </p:cNvPr>
          <p:cNvGrpSpPr/>
          <p:nvPr/>
        </p:nvGrpSpPr>
        <p:grpSpPr>
          <a:xfrm flipV="1">
            <a:off x="6496049" y="2835275"/>
            <a:ext cx="222250" cy="139700"/>
            <a:chOff x="5423528" y="3261330"/>
            <a:chExt cx="953701" cy="567074"/>
          </a:xfrm>
          <a:solidFill>
            <a:schemeClr val="bg1">
              <a:lumMod val="75000"/>
            </a:schemeClr>
          </a:solidFill>
        </p:grpSpPr>
        <p:sp>
          <p:nvSpPr>
            <p:cNvPr id="490" name="任意多边形: 形状 29">
              <a:extLst>
                <a:ext uri="{FF2B5EF4-FFF2-40B4-BE49-F238E27FC236}">
                  <a16:creationId xmlns:a16="http://schemas.microsoft.com/office/drawing/2014/main" id="{8D1F4639-1A5C-302B-A572-4579ED846521}"/>
                </a:ext>
              </a:extLst>
            </p:cNvPr>
            <p:cNvSpPr/>
            <p:nvPr/>
          </p:nvSpPr>
          <p:spPr>
            <a:xfrm rot="18677588" flipV="1">
              <a:off x="5832714" y="3283885"/>
              <a:ext cx="567069" cy="521960"/>
            </a:xfrm>
            <a:custGeom>
              <a:avLst/>
              <a:gdLst>
                <a:gd name="connsiteX0" fmla="*/ 546683 w 567071"/>
                <a:gd name="connsiteY0" fmla="*/ 483656 h 521959"/>
                <a:gd name="connsiteX1" fmla="*/ 566240 w 567071"/>
                <a:gd name="connsiteY1" fmla="*/ 411104 h 521959"/>
                <a:gd name="connsiteX2" fmla="*/ 525325 w 567071"/>
                <a:gd name="connsiteY2" fmla="*/ 96670 h 521959"/>
                <a:gd name="connsiteX3" fmla="*/ 487853 w 567071"/>
                <a:gd name="connsiteY3" fmla="*/ 31540 h 521959"/>
                <a:gd name="connsiteX4" fmla="*/ 485901 w 567071"/>
                <a:gd name="connsiteY4" fmla="*/ 30564 h 521959"/>
                <a:gd name="connsiteX5" fmla="*/ 484682 w 567071"/>
                <a:gd name="connsiteY5" fmla="*/ 28755 h 521959"/>
                <a:gd name="connsiteX6" fmla="*/ 415261 w 567071"/>
                <a:gd name="connsiteY6" fmla="*/ 0 h 521959"/>
                <a:gd name="connsiteX7" fmla="*/ 98176 w 567071"/>
                <a:gd name="connsiteY7" fmla="*/ 0 h 521959"/>
                <a:gd name="connsiteX8" fmla="*/ 0 w 567071"/>
                <a:gd name="connsiteY8" fmla="*/ 98176 h 521959"/>
                <a:gd name="connsiteX9" fmla="*/ 0 w 567071"/>
                <a:gd name="connsiteY9" fmla="*/ 98175 h 521959"/>
                <a:gd name="connsiteX10" fmla="*/ 98176 w 567071"/>
                <a:gd name="connsiteY10" fmla="*/ 196351 h 521959"/>
                <a:gd name="connsiteX11" fmla="*/ 340289 w 567071"/>
                <a:gd name="connsiteY11" fmla="*/ 196352 h 521959"/>
                <a:gd name="connsiteX12" fmla="*/ 371530 w 567071"/>
                <a:gd name="connsiteY12" fmla="*/ 436440 h 521959"/>
                <a:gd name="connsiteX13" fmla="*/ 481553 w 567071"/>
                <a:gd name="connsiteY13" fmla="*/ 521128 h 521959"/>
                <a:gd name="connsiteX14" fmla="*/ 481552 w 567071"/>
                <a:gd name="connsiteY14" fmla="*/ 521128 h 521959"/>
                <a:gd name="connsiteX15" fmla="*/ 546683 w 567071"/>
                <a:gd name="connsiteY15" fmla="*/ 483656 h 5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7071" h="521959">
                  <a:moveTo>
                    <a:pt x="546683" y="483656"/>
                  </a:moveTo>
                  <a:cubicBezTo>
                    <a:pt x="562008" y="463745"/>
                    <a:pt x="569738" y="437988"/>
                    <a:pt x="566240" y="411104"/>
                  </a:cubicBezTo>
                  <a:lnTo>
                    <a:pt x="525325" y="96670"/>
                  </a:lnTo>
                  <a:cubicBezTo>
                    <a:pt x="521827" y="69786"/>
                    <a:pt x="507763" y="46866"/>
                    <a:pt x="487853" y="31540"/>
                  </a:cubicBezTo>
                  <a:lnTo>
                    <a:pt x="485901" y="30564"/>
                  </a:lnTo>
                  <a:lnTo>
                    <a:pt x="484682" y="28755"/>
                  </a:lnTo>
                  <a:cubicBezTo>
                    <a:pt x="466916" y="10989"/>
                    <a:pt x="442372" y="0"/>
                    <a:pt x="415261" y="0"/>
                  </a:cubicBezTo>
                  <a:lnTo>
                    <a:pt x="98176" y="0"/>
                  </a:lnTo>
                  <a:cubicBezTo>
                    <a:pt x="43955" y="0"/>
                    <a:pt x="0" y="43955"/>
                    <a:pt x="0" y="98176"/>
                  </a:cubicBezTo>
                  <a:lnTo>
                    <a:pt x="0" y="98175"/>
                  </a:lnTo>
                  <a:cubicBezTo>
                    <a:pt x="0" y="152396"/>
                    <a:pt x="43955" y="196351"/>
                    <a:pt x="98176" y="196351"/>
                  </a:cubicBezTo>
                  <a:lnTo>
                    <a:pt x="340289" y="196352"/>
                  </a:lnTo>
                  <a:lnTo>
                    <a:pt x="371530" y="436440"/>
                  </a:lnTo>
                  <a:cubicBezTo>
                    <a:pt x="378526" y="490208"/>
                    <a:pt x="427786" y="528124"/>
                    <a:pt x="481553" y="521128"/>
                  </a:cubicBezTo>
                  <a:lnTo>
                    <a:pt x="481552" y="521128"/>
                  </a:lnTo>
                  <a:cubicBezTo>
                    <a:pt x="508436" y="517629"/>
                    <a:pt x="531357" y="503566"/>
                    <a:pt x="546683" y="483656"/>
                  </a:cubicBezTo>
                  <a:close/>
                </a:path>
              </a:pathLst>
            </a:custGeom>
            <a:solidFill>
              <a:srgbClr val="FAFEF8">
                <a:alpha val="8039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491" name="任意多边形: 形状 30">
              <a:extLst>
                <a:ext uri="{FF2B5EF4-FFF2-40B4-BE49-F238E27FC236}">
                  <a16:creationId xmlns:a16="http://schemas.microsoft.com/office/drawing/2014/main" id="{AF5D9248-04D4-335B-5CCF-0A3C58838B75}"/>
                </a:ext>
              </a:extLst>
            </p:cNvPr>
            <p:cNvSpPr/>
            <p:nvPr/>
          </p:nvSpPr>
          <p:spPr>
            <a:xfrm rot="18677588" flipV="1">
              <a:off x="5400972" y="3283889"/>
              <a:ext cx="567071" cy="521959"/>
            </a:xfrm>
            <a:custGeom>
              <a:avLst/>
              <a:gdLst>
                <a:gd name="connsiteX0" fmla="*/ 546683 w 567071"/>
                <a:gd name="connsiteY0" fmla="*/ 483656 h 521959"/>
                <a:gd name="connsiteX1" fmla="*/ 566240 w 567071"/>
                <a:gd name="connsiteY1" fmla="*/ 411104 h 521959"/>
                <a:gd name="connsiteX2" fmla="*/ 525325 w 567071"/>
                <a:gd name="connsiteY2" fmla="*/ 96670 h 521959"/>
                <a:gd name="connsiteX3" fmla="*/ 487853 w 567071"/>
                <a:gd name="connsiteY3" fmla="*/ 31540 h 521959"/>
                <a:gd name="connsiteX4" fmla="*/ 485901 w 567071"/>
                <a:gd name="connsiteY4" fmla="*/ 30564 h 521959"/>
                <a:gd name="connsiteX5" fmla="*/ 484682 w 567071"/>
                <a:gd name="connsiteY5" fmla="*/ 28755 h 521959"/>
                <a:gd name="connsiteX6" fmla="*/ 415261 w 567071"/>
                <a:gd name="connsiteY6" fmla="*/ 0 h 521959"/>
                <a:gd name="connsiteX7" fmla="*/ 98176 w 567071"/>
                <a:gd name="connsiteY7" fmla="*/ 0 h 521959"/>
                <a:gd name="connsiteX8" fmla="*/ 0 w 567071"/>
                <a:gd name="connsiteY8" fmla="*/ 98176 h 521959"/>
                <a:gd name="connsiteX9" fmla="*/ 0 w 567071"/>
                <a:gd name="connsiteY9" fmla="*/ 98175 h 521959"/>
                <a:gd name="connsiteX10" fmla="*/ 98176 w 567071"/>
                <a:gd name="connsiteY10" fmla="*/ 196351 h 521959"/>
                <a:gd name="connsiteX11" fmla="*/ 340289 w 567071"/>
                <a:gd name="connsiteY11" fmla="*/ 196352 h 521959"/>
                <a:gd name="connsiteX12" fmla="*/ 371530 w 567071"/>
                <a:gd name="connsiteY12" fmla="*/ 436440 h 521959"/>
                <a:gd name="connsiteX13" fmla="*/ 481553 w 567071"/>
                <a:gd name="connsiteY13" fmla="*/ 521128 h 521959"/>
                <a:gd name="connsiteX14" fmla="*/ 481552 w 567071"/>
                <a:gd name="connsiteY14" fmla="*/ 521128 h 521959"/>
                <a:gd name="connsiteX15" fmla="*/ 546683 w 567071"/>
                <a:gd name="connsiteY15" fmla="*/ 483656 h 5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7071" h="521959">
                  <a:moveTo>
                    <a:pt x="546683" y="483656"/>
                  </a:moveTo>
                  <a:cubicBezTo>
                    <a:pt x="562008" y="463745"/>
                    <a:pt x="569738" y="437988"/>
                    <a:pt x="566240" y="411104"/>
                  </a:cubicBezTo>
                  <a:lnTo>
                    <a:pt x="525325" y="96670"/>
                  </a:lnTo>
                  <a:cubicBezTo>
                    <a:pt x="521827" y="69786"/>
                    <a:pt x="507763" y="46866"/>
                    <a:pt x="487853" y="31540"/>
                  </a:cubicBezTo>
                  <a:lnTo>
                    <a:pt x="485901" y="30564"/>
                  </a:lnTo>
                  <a:lnTo>
                    <a:pt x="484682" y="28755"/>
                  </a:lnTo>
                  <a:cubicBezTo>
                    <a:pt x="466916" y="10989"/>
                    <a:pt x="442372" y="0"/>
                    <a:pt x="415261" y="0"/>
                  </a:cubicBezTo>
                  <a:lnTo>
                    <a:pt x="98176" y="0"/>
                  </a:lnTo>
                  <a:cubicBezTo>
                    <a:pt x="43955" y="0"/>
                    <a:pt x="0" y="43955"/>
                    <a:pt x="0" y="98176"/>
                  </a:cubicBezTo>
                  <a:lnTo>
                    <a:pt x="0" y="98175"/>
                  </a:lnTo>
                  <a:cubicBezTo>
                    <a:pt x="0" y="152396"/>
                    <a:pt x="43955" y="196351"/>
                    <a:pt x="98176" y="196351"/>
                  </a:cubicBezTo>
                  <a:lnTo>
                    <a:pt x="340289" y="196352"/>
                  </a:lnTo>
                  <a:lnTo>
                    <a:pt x="371530" y="436440"/>
                  </a:lnTo>
                  <a:cubicBezTo>
                    <a:pt x="378526" y="490208"/>
                    <a:pt x="427786" y="528124"/>
                    <a:pt x="481553" y="521128"/>
                  </a:cubicBezTo>
                  <a:lnTo>
                    <a:pt x="481552" y="521128"/>
                  </a:lnTo>
                  <a:cubicBezTo>
                    <a:pt x="508436" y="517629"/>
                    <a:pt x="531357" y="503566"/>
                    <a:pt x="546683" y="483656"/>
                  </a:cubicBezTo>
                  <a:close/>
                </a:path>
              </a:pathLst>
            </a:custGeom>
            <a:solidFill>
              <a:srgbClr val="FAFEF8">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grpSp>
      <p:sp>
        <p:nvSpPr>
          <p:cNvPr id="492" name="任意多边形: 形状 29">
            <a:extLst>
              <a:ext uri="{FF2B5EF4-FFF2-40B4-BE49-F238E27FC236}">
                <a16:creationId xmlns:a16="http://schemas.microsoft.com/office/drawing/2014/main" id="{973635BD-B706-3FA6-ABAC-33D0249D8947}"/>
              </a:ext>
            </a:extLst>
          </p:cNvPr>
          <p:cNvSpPr/>
          <p:nvPr/>
        </p:nvSpPr>
        <p:spPr>
          <a:xfrm rot="2922412">
            <a:off x="10707688" y="4522788"/>
            <a:ext cx="139700" cy="120650"/>
          </a:xfrm>
          <a:custGeom>
            <a:avLst/>
            <a:gdLst>
              <a:gd name="connsiteX0" fmla="*/ 546683 w 567071"/>
              <a:gd name="connsiteY0" fmla="*/ 483656 h 521959"/>
              <a:gd name="connsiteX1" fmla="*/ 566240 w 567071"/>
              <a:gd name="connsiteY1" fmla="*/ 411104 h 521959"/>
              <a:gd name="connsiteX2" fmla="*/ 525325 w 567071"/>
              <a:gd name="connsiteY2" fmla="*/ 96670 h 521959"/>
              <a:gd name="connsiteX3" fmla="*/ 487853 w 567071"/>
              <a:gd name="connsiteY3" fmla="*/ 31540 h 521959"/>
              <a:gd name="connsiteX4" fmla="*/ 485901 w 567071"/>
              <a:gd name="connsiteY4" fmla="*/ 30564 h 521959"/>
              <a:gd name="connsiteX5" fmla="*/ 484682 w 567071"/>
              <a:gd name="connsiteY5" fmla="*/ 28755 h 521959"/>
              <a:gd name="connsiteX6" fmla="*/ 415261 w 567071"/>
              <a:gd name="connsiteY6" fmla="*/ 0 h 521959"/>
              <a:gd name="connsiteX7" fmla="*/ 98176 w 567071"/>
              <a:gd name="connsiteY7" fmla="*/ 0 h 521959"/>
              <a:gd name="connsiteX8" fmla="*/ 0 w 567071"/>
              <a:gd name="connsiteY8" fmla="*/ 98176 h 521959"/>
              <a:gd name="connsiteX9" fmla="*/ 0 w 567071"/>
              <a:gd name="connsiteY9" fmla="*/ 98175 h 521959"/>
              <a:gd name="connsiteX10" fmla="*/ 98176 w 567071"/>
              <a:gd name="connsiteY10" fmla="*/ 196351 h 521959"/>
              <a:gd name="connsiteX11" fmla="*/ 340289 w 567071"/>
              <a:gd name="connsiteY11" fmla="*/ 196352 h 521959"/>
              <a:gd name="connsiteX12" fmla="*/ 371530 w 567071"/>
              <a:gd name="connsiteY12" fmla="*/ 436440 h 521959"/>
              <a:gd name="connsiteX13" fmla="*/ 481553 w 567071"/>
              <a:gd name="connsiteY13" fmla="*/ 521128 h 521959"/>
              <a:gd name="connsiteX14" fmla="*/ 481552 w 567071"/>
              <a:gd name="connsiteY14" fmla="*/ 521128 h 521959"/>
              <a:gd name="connsiteX15" fmla="*/ 546683 w 567071"/>
              <a:gd name="connsiteY15" fmla="*/ 483656 h 5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7071" h="521959">
                <a:moveTo>
                  <a:pt x="546683" y="483656"/>
                </a:moveTo>
                <a:cubicBezTo>
                  <a:pt x="562008" y="463745"/>
                  <a:pt x="569738" y="437988"/>
                  <a:pt x="566240" y="411104"/>
                </a:cubicBezTo>
                <a:lnTo>
                  <a:pt x="525325" y="96670"/>
                </a:lnTo>
                <a:cubicBezTo>
                  <a:pt x="521827" y="69786"/>
                  <a:pt x="507763" y="46866"/>
                  <a:pt x="487853" y="31540"/>
                </a:cubicBezTo>
                <a:lnTo>
                  <a:pt x="485901" y="30564"/>
                </a:lnTo>
                <a:lnTo>
                  <a:pt x="484682" y="28755"/>
                </a:lnTo>
                <a:cubicBezTo>
                  <a:pt x="466916" y="10989"/>
                  <a:pt x="442372" y="0"/>
                  <a:pt x="415261" y="0"/>
                </a:cubicBezTo>
                <a:lnTo>
                  <a:pt x="98176" y="0"/>
                </a:lnTo>
                <a:cubicBezTo>
                  <a:pt x="43955" y="0"/>
                  <a:pt x="0" y="43955"/>
                  <a:pt x="0" y="98176"/>
                </a:cubicBezTo>
                <a:lnTo>
                  <a:pt x="0" y="98175"/>
                </a:lnTo>
                <a:cubicBezTo>
                  <a:pt x="0" y="152396"/>
                  <a:pt x="43955" y="196351"/>
                  <a:pt x="98176" y="196351"/>
                </a:cubicBezTo>
                <a:lnTo>
                  <a:pt x="340289" y="196352"/>
                </a:lnTo>
                <a:lnTo>
                  <a:pt x="371530" y="436440"/>
                </a:lnTo>
                <a:cubicBezTo>
                  <a:pt x="378526" y="490208"/>
                  <a:pt x="427786" y="528124"/>
                  <a:pt x="481553" y="521128"/>
                </a:cubicBezTo>
                <a:lnTo>
                  <a:pt x="481552" y="521128"/>
                </a:lnTo>
                <a:cubicBezTo>
                  <a:pt x="508436" y="517629"/>
                  <a:pt x="531357" y="503566"/>
                  <a:pt x="546683" y="483656"/>
                </a:cubicBezTo>
                <a:close/>
              </a:path>
            </a:pathLst>
          </a:custGeom>
          <a:solidFill>
            <a:srgbClr val="06B851">
              <a:alpha val="8039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493" name="任意多边形: 形状 30">
            <a:extLst>
              <a:ext uri="{FF2B5EF4-FFF2-40B4-BE49-F238E27FC236}">
                <a16:creationId xmlns:a16="http://schemas.microsoft.com/office/drawing/2014/main" id="{B1CE1437-C155-4A52-0225-9F9EE0F38CD0}"/>
              </a:ext>
            </a:extLst>
          </p:cNvPr>
          <p:cNvSpPr/>
          <p:nvPr/>
        </p:nvSpPr>
        <p:spPr>
          <a:xfrm rot="2922412">
            <a:off x="10599738" y="4518026"/>
            <a:ext cx="139700" cy="122238"/>
          </a:xfrm>
          <a:custGeom>
            <a:avLst/>
            <a:gdLst>
              <a:gd name="connsiteX0" fmla="*/ 546683 w 567071"/>
              <a:gd name="connsiteY0" fmla="*/ 483656 h 521959"/>
              <a:gd name="connsiteX1" fmla="*/ 566240 w 567071"/>
              <a:gd name="connsiteY1" fmla="*/ 411104 h 521959"/>
              <a:gd name="connsiteX2" fmla="*/ 525325 w 567071"/>
              <a:gd name="connsiteY2" fmla="*/ 96670 h 521959"/>
              <a:gd name="connsiteX3" fmla="*/ 487853 w 567071"/>
              <a:gd name="connsiteY3" fmla="*/ 31540 h 521959"/>
              <a:gd name="connsiteX4" fmla="*/ 485901 w 567071"/>
              <a:gd name="connsiteY4" fmla="*/ 30564 h 521959"/>
              <a:gd name="connsiteX5" fmla="*/ 484682 w 567071"/>
              <a:gd name="connsiteY5" fmla="*/ 28755 h 521959"/>
              <a:gd name="connsiteX6" fmla="*/ 415261 w 567071"/>
              <a:gd name="connsiteY6" fmla="*/ 0 h 521959"/>
              <a:gd name="connsiteX7" fmla="*/ 98176 w 567071"/>
              <a:gd name="connsiteY7" fmla="*/ 0 h 521959"/>
              <a:gd name="connsiteX8" fmla="*/ 0 w 567071"/>
              <a:gd name="connsiteY8" fmla="*/ 98176 h 521959"/>
              <a:gd name="connsiteX9" fmla="*/ 0 w 567071"/>
              <a:gd name="connsiteY9" fmla="*/ 98175 h 521959"/>
              <a:gd name="connsiteX10" fmla="*/ 98176 w 567071"/>
              <a:gd name="connsiteY10" fmla="*/ 196351 h 521959"/>
              <a:gd name="connsiteX11" fmla="*/ 340289 w 567071"/>
              <a:gd name="connsiteY11" fmla="*/ 196352 h 521959"/>
              <a:gd name="connsiteX12" fmla="*/ 371530 w 567071"/>
              <a:gd name="connsiteY12" fmla="*/ 436440 h 521959"/>
              <a:gd name="connsiteX13" fmla="*/ 481553 w 567071"/>
              <a:gd name="connsiteY13" fmla="*/ 521128 h 521959"/>
              <a:gd name="connsiteX14" fmla="*/ 481552 w 567071"/>
              <a:gd name="connsiteY14" fmla="*/ 521128 h 521959"/>
              <a:gd name="connsiteX15" fmla="*/ 546683 w 567071"/>
              <a:gd name="connsiteY15" fmla="*/ 483656 h 5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7071" h="521959">
                <a:moveTo>
                  <a:pt x="546683" y="483656"/>
                </a:moveTo>
                <a:cubicBezTo>
                  <a:pt x="562008" y="463745"/>
                  <a:pt x="569738" y="437988"/>
                  <a:pt x="566240" y="411104"/>
                </a:cubicBezTo>
                <a:lnTo>
                  <a:pt x="525325" y="96670"/>
                </a:lnTo>
                <a:cubicBezTo>
                  <a:pt x="521827" y="69786"/>
                  <a:pt x="507763" y="46866"/>
                  <a:pt x="487853" y="31540"/>
                </a:cubicBezTo>
                <a:lnTo>
                  <a:pt x="485901" y="30564"/>
                </a:lnTo>
                <a:lnTo>
                  <a:pt x="484682" y="28755"/>
                </a:lnTo>
                <a:cubicBezTo>
                  <a:pt x="466916" y="10989"/>
                  <a:pt x="442372" y="0"/>
                  <a:pt x="415261" y="0"/>
                </a:cubicBezTo>
                <a:lnTo>
                  <a:pt x="98176" y="0"/>
                </a:lnTo>
                <a:cubicBezTo>
                  <a:pt x="43955" y="0"/>
                  <a:pt x="0" y="43955"/>
                  <a:pt x="0" y="98176"/>
                </a:cubicBezTo>
                <a:lnTo>
                  <a:pt x="0" y="98175"/>
                </a:lnTo>
                <a:cubicBezTo>
                  <a:pt x="0" y="152396"/>
                  <a:pt x="43955" y="196351"/>
                  <a:pt x="98176" y="196351"/>
                </a:cubicBezTo>
                <a:lnTo>
                  <a:pt x="340289" y="196352"/>
                </a:lnTo>
                <a:lnTo>
                  <a:pt x="371530" y="436440"/>
                </a:lnTo>
                <a:cubicBezTo>
                  <a:pt x="378526" y="490208"/>
                  <a:pt x="427786" y="528124"/>
                  <a:pt x="481553" y="521128"/>
                </a:cubicBezTo>
                <a:lnTo>
                  <a:pt x="481552" y="521128"/>
                </a:lnTo>
                <a:cubicBezTo>
                  <a:pt x="508436" y="517629"/>
                  <a:pt x="531357" y="503566"/>
                  <a:pt x="546683" y="483656"/>
                </a:cubicBezTo>
                <a:close/>
              </a:path>
            </a:pathLst>
          </a:custGeom>
          <a:solidFill>
            <a:srgbClr val="2CDB7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494" name="任意多边形: 形状 29">
            <a:extLst>
              <a:ext uri="{FF2B5EF4-FFF2-40B4-BE49-F238E27FC236}">
                <a16:creationId xmlns:a16="http://schemas.microsoft.com/office/drawing/2014/main" id="{B647C789-EA72-2022-8C3E-A15C0AE4CCF8}"/>
              </a:ext>
            </a:extLst>
          </p:cNvPr>
          <p:cNvSpPr/>
          <p:nvPr/>
        </p:nvSpPr>
        <p:spPr>
          <a:xfrm rot="2922412">
            <a:off x="10707688" y="4902201"/>
            <a:ext cx="139700" cy="122238"/>
          </a:xfrm>
          <a:custGeom>
            <a:avLst/>
            <a:gdLst>
              <a:gd name="connsiteX0" fmla="*/ 546683 w 567071"/>
              <a:gd name="connsiteY0" fmla="*/ 483656 h 521959"/>
              <a:gd name="connsiteX1" fmla="*/ 566240 w 567071"/>
              <a:gd name="connsiteY1" fmla="*/ 411104 h 521959"/>
              <a:gd name="connsiteX2" fmla="*/ 525325 w 567071"/>
              <a:gd name="connsiteY2" fmla="*/ 96670 h 521959"/>
              <a:gd name="connsiteX3" fmla="*/ 487853 w 567071"/>
              <a:gd name="connsiteY3" fmla="*/ 31540 h 521959"/>
              <a:gd name="connsiteX4" fmla="*/ 485901 w 567071"/>
              <a:gd name="connsiteY4" fmla="*/ 30564 h 521959"/>
              <a:gd name="connsiteX5" fmla="*/ 484682 w 567071"/>
              <a:gd name="connsiteY5" fmla="*/ 28755 h 521959"/>
              <a:gd name="connsiteX6" fmla="*/ 415261 w 567071"/>
              <a:gd name="connsiteY6" fmla="*/ 0 h 521959"/>
              <a:gd name="connsiteX7" fmla="*/ 98176 w 567071"/>
              <a:gd name="connsiteY7" fmla="*/ 0 h 521959"/>
              <a:gd name="connsiteX8" fmla="*/ 0 w 567071"/>
              <a:gd name="connsiteY8" fmla="*/ 98176 h 521959"/>
              <a:gd name="connsiteX9" fmla="*/ 0 w 567071"/>
              <a:gd name="connsiteY9" fmla="*/ 98175 h 521959"/>
              <a:gd name="connsiteX10" fmla="*/ 98176 w 567071"/>
              <a:gd name="connsiteY10" fmla="*/ 196351 h 521959"/>
              <a:gd name="connsiteX11" fmla="*/ 340289 w 567071"/>
              <a:gd name="connsiteY11" fmla="*/ 196352 h 521959"/>
              <a:gd name="connsiteX12" fmla="*/ 371530 w 567071"/>
              <a:gd name="connsiteY12" fmla="*/ 436440 h 521959"/>
              <a:gd name="connsiteX13" fmla="*/ 481553 w 567071"/>
              <a:gd name="connsiteY13" fmla="*/ 521128 h 521959"/>
              <a:gd name="connsiteX14" fmla="*/ 481552 w 567071"/>
              <a:gd name="connsiteY14" fmla="*/ 521128 h 521959"/>
              <a:gd name="connsiteX15" fmla="*/ 546683 w 567071"/>
              <a:gd name="connsiteY15" fmla="*/ 483656 h 5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7071" h="521959">
                <a:moveTo>
                  <a:pt x="546683" y="483656"/>
                </a:moveTo>
                <a:cubicBezTo>
                  <a:pt x="562008" y="463745"/>
                  <a:pt x="569738" y="437988"/>
                  <a:pt x="566240" y="411104"/>
                </a:cubicBezTo>
                <a:lnTo>
                  <a:pt x="525325" y="96670"/>
                </a:lnTo>
                <a:cubicBezTo>
                  <a:pt x="521827" y="69786"/>
                  <a:pt x="507763" y="46866"/>
                  <a:pt x="487853" y="31540"/>
                </a:cubicBezTo>
                <a:lnTo>
                  <a:pt x="485901" y="30564"/>
                </a:lnTo>
                <a:lnTo>
                  <a:pt x="484682" y="28755"/>
                </a:lnTo>
                <a:cubicBezTo>
                  <a:pt x="466916" y="10989"/>
                  <a:pt x="442372" y="0"/>
                  <a:pt x="415261" y="0"/>
                </a:cubicBezTo>
                <a:lnTo>
                  <a:pt x="98176" y="0"/>
                </a:lnTo>
                <a:cubicBezTo>
                  <a:pt x="43955" y="0"/>
                  <a:pt x="0" y="43955"/>
                  <a:pt x="0" y="98176"/>
                </a:cubicBezTo>
                <a:lnTo>
                  <a:pt x="0" y="98175"/>
                </a:lnTo>
                <a:cubicBezTo>
                  <a:pt x="0" y="152396"/>
                  <a:pt x="43955" y="196351"/>
                  <a:pt x="98176" y="196351"/>
                </a:cubicBezTo>
                <a:lnTo>
                  <a:pt x="340289" y="196352"/>
                </a:lnTo>
                <a:lnTo>
                  <a:pt x="371530" y="436440"/>
                </a:lnTo>
                <a:cubicBezTo>
                  <a:pt x="378526" y="490208"/>
                  <a:pt x="427786" y="528124"/>
                  <a:pt x="481553" y="521128"/>
                </a:cubicBezTo>
                <a:lnTo>
                  <a:pt x="481552" y="521128"/>
                </a:lnTo>
                <a:cubicBezTo>
                  <a:pt x="508436" y="517629"/>
                  <a:pt x="531357" y="503566"/>
                  <a:pt x="546683" y="483656"/>
                </a:cubicBezTo>
                <a:close/>
              </a:path>
            </a:pathLst>
          </a:custGeom>
          <a:solidFill>
            <a:srgbClr val="06B851">
              <a:alpha val="8039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495" name="任意多边形: 形状 30">
            <a:extLst>
              <a:ext uri="{FF2B5EF4-FFF2-40B4-BE49-F238E27FC236}">
                <a16:creationId xmlns:a16="http://schemas.microsoft.com/office/drawing/2014/main" id="{D7454E85-4EC5-C7AC-F404-19AB0A835675}"/>
              </a:ext>
            </a:extLst>
          </p:cNvPr>
          <p:cNvSpPr/>
          <p:nvPr/>
        </p:nvSpPr>
        <p:spPr>
          <a:xfrm rot="2922412">
            <a:off x="10599738" y="4899026"/>
            <a:ext cx="139700" cy="120650"/>
          </a:xfrm>
          <a:custGeom>
            <a:avLst/>
            <a:gdLst>
              <a:gd name="connsiteX0" fmla="*/ 546683 w 567071"/>
              <a:gd name="connsiteY0" fmla="*/ 483656 h 521959"/>
              <a:gd name="connsiteX1" fmla="*/ 566240 w 567071"/>
              <a:gd name="connsiteY1" fmla="*/ 411104 h 521959"/>
              <a:gd name="connsiteX2" fmla="*/ 525325 w 567071"/>
              <a:gd name="connsiteY2" fmla="*/ 96670 h 521959"/>
              <a:gd name="connsiteX3" fmla="*/ 487853 w 567071"/>
              <a:gd name="connsiteY3" fmla="*/ 31540 h 521959"/>
              <a:gd name="connsiteX4" fmla="*/ 485901 w 567071"/>
              <a:gd name="connsiteY4" fmla="*/ 30564 h 521959"/>
              <a:gd name="connsiteX5" fmla="*/ 484682 w 567071"/>
              <a:gd name="connsiteY5" fmla="*/ 28755 h 521959"/>
              <a:gd name="connsiteX6" fmla="*/ 415261 w 567071"/>
              <a:gd name="connsiteY6" fmla="*/ 0 h 521959"/>
              <a:gd name="connsiteX7" fmla="*/ 98176 w 567071"/>
              <a:gd name="connsiteY7" fmla="*/ 0 h 521959"/>
              <a:gd name="connsiteX8" fmla="*/ 0 w 567071"/>
              <a:gd name="connsiteY8" fmla="*/ 98176 h 521959"/>
              <a:gd name="connsiteX9" fmla="*/ 0 w 567071"/>
              <a:gd name="connsiteY9" fmla="*/ 98175 h 521959"/>
              <a:gd name="connsiteX10" fmla="*/ 98176 w 567071"/>
              <a:gd name="connsiteY10" fmla="*/ 196351 h 521959"/>
              <a:gd name="connsiteX11" fmla="*/ 340289 w 567071"/>
              <a:gd name="connsiteY11" fmla="*/ 196352 h 521959"/>
              <a:gd name="connsiteX12" fmla="*/ 371530 w 567071"/>
              <a:gd name="connsiteY12" fmla="*/ 436440 h 521959"/>
              <a:gd name="connsiteX13" fmla="*/ 481553 w 567071"/>
              <a:gd name="connsiteY13" fmla="*/ 521128 h 521959"/>
              <a:gd name="connsiteX14" fmla="*/ 481552 w 567071"/>
              <a:gd name="connsiteY14" fmla="*/ 521128 h 521959"/>
              <a:gd name="connsiteX15" fmla="*/ 546683 w 567071"/>
              <a:gd name="connsiteY15" fmla="*/ 483656 h 52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7071" h="521959">
                <a:moveTo>
                  <a:pt x="546683" y="483656"/>
                </a:moveTo>
                <a:cubicBezTo>
                  <a:pt x="562008" y="463745"/>
                  <a:pt x="569738" y="437988"/>
                  <a:pt x="566240" y="411104"/>
                </a:cubicBezTo>
                <a:lnTo>
                  <a:pt x="525325" y="96670"/>
                </a:lnTo>
                <a:cubicBezTo>
                  <a:pt x="521827" y="69786"/>
                  <a:pt x="507763" y="46866"/>
                  <a:pt x="487853" y="31540"/>
                </a:cubicBezTo>
                <a:lnTo>
                  <a:pt x="485901" y="30564"/>
                </a:lnTo>
                <a:lnTo>
                  <a:pt x="484682" y="28755"/>
                </a:lnTo>
                <a:cubicBezTo>
                  <a:pt x="466916" y="10989"/>
                  <a:pt x="442372" y="0"/>
                  <a:pt x="415261" y="0"/>
                </a:cubicBezTo>
                <a:lnTo>
                  <a:pt x="98176" y="0"/>
                </a:lnTo>
                <a:cubicBezTo>
                  <a:pt x="43955" y="0"/>
                  <a:pt x="0" y="43955"/>
                  <a:pt x="0" y="98176"/>
                </a:cubicBezTo>
                <a:lnTo>
                  <a:pt x="0" y="98175"/>
                </a:lnTo>
                <a:cubicBezTo>
                  <a:pt x="0" y="152396"/>
                  <a:pt x="43955" y="196351"/>
                  <a:pt x="98176" y="196351"/>
                </a:cubicBezTo>
                <a:lnTo>
                  <a:pt x="340289" y="196352"/>
                </a:lnTo>
                <a:lnTo>
                  <a:pt x="371530" y="436440"/>
                </a:lnTo>
                <a:cubicBezTo>
                  <a:pt x="378526" y="490208"/>
                  <a:pt x="427786" y="528124"/>
                  <a:pt x="481553" y="521128"/>
                </a:cubicBezTo>
                <a:lnTo>
                  <a:pt x="481552" y="521128"/>
                </a:lnTo>
                <a:cubicBezTo>
                  <a:pt x="508436" y="517629"/>
                  <a:pt x="531357" y="503566"/>
                  <a:pt x="546683" y="483656"/>
                </a:cubicBezTo>
                <a:close/>
              </a:path>
            </a:pathLst>
          </a:custGeom>
          <a:solidFill>
            <a:srgbClr val="2CDB7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75980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F595C-536B-4C6E-3218-9E859FC49E40}"/>
            </a:ext>
          </a:extLst>
        </p:cNvPr>
        <p:cNvGrpSpPr/>
        <p:nvPr/>
      </p:nvGrpSpPr>
      <p:grpSpPr>
        <a:xfrm>
          <a:off x="0" y="0"/>
          <a:ext cx="0" cy="0"/>
          <a:chOff x="0" y="0"/>
          <a:chExt cx="0" cy="0"/>
        </a:xfrm>
      </p:grpSpPr>
      <p:grpSp>
        <p:nvGrpSpPr>
          <p:cNvPr id="120" name="组合 119">
            <a:extLst>
              <a:ext uri="{FF2B5EF4-FFF2-40B4-BE49-F238E27FC236}">
                <a16:creationId xmlns:a16="http://schemas.microsoft.com/office/drawing/2014/main" id="{D1EEB97F-AF49-4970-A60D-AB7D50E48B5F}"/>
              </a:ext>
            </a:extLst>
          </p:cNvPr>
          <p:cNvGrpSpPr/>
          <p:nvPr/>
        </p:nvGrpSpPr>
        <p:grpSpPr>
          <a:xfrm>
            <a:off x="1517651" y="3597275"/>
            <a:ext cx="2971799" cy="529228"/>
            <a:chOff x="5093112" y="4392408"/>
            <a:chExt cx="3486123" cy="651007"/>
          </a:xfrm>
        </p:grpSpPr>
        <p:sp>
          <p:nvSpPr>
            <p:cNvPr id="68" name="圆角矩形 67">
              <a:extLst>
                <a:ext uri="{FF2B5EF4-FFF2-40B4-BE49-F238E27FC236}">
                  <a16:creationId xmlns:a16="http://schemas.microsoft.com/office/drawing/2014/main" id="{E8C8313A-34F1-AFE1-B6DA-AF29C816E015}"/>
                </a:ext>
              </a:extLst>
            </p:cNvPr>
            <p:cNvSpPr/>
            <p:nvPr/>
          </p:nvSpPr>
          <p:spPr>
            <a:xfrm>
              <a:off x="5093112" y="4392408"/>
              <a:ext cx="3186835" cy="651007"/>
            </a:xfrm>
            <a:prstGeom prst="roundRect">
              <a:avLst>
                <a:gd name="adj" fmla="val 50000"/>
              </a:avLst>
            </a:prstGeom>
            <a:solidFill>
              <a:srgbClr val="06B85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 </a:t>
              </a:r>
            </a:p>
          </p:txBody>
        </p:sp>
        <p:cxnSp>
          <p:nvCxnSpPr>
            <p:cNvPr id="69" name="直线箭头连接符 68">
              <a:extLst>
                <a:ext uri="{FF2B5EF4-FFF2-40B4-BE49-F238E27FC236}">
                  <a16:creationId xmlns:a16="http://schemas.microsoft.com/office/drawing/2014/main" id="{B097D1E2-1044-3394-EBEC-5876E3211A29}"/>
                </a:ext>
              </a:extLst>
            </p:cNvPr>
            <p:cNvCxnSpPr>
              <a:cxnSpLocks/>
            </p:cNvCxnSpPr>
            <p:nvPr/>
          </p:nvCxnSpPr>
          <p:spPr>
            <a:xfrm>
              <a:off x="8081138" y="4716280"/>
              <a:ext cx="498097" cy="0"/>
            </a:xfrm>
            <a:prstGeom prst="straightConnector1">
              <a:avLst/>
            </a:prstGeom>
            <a:ln w="31750">
              <a:solidFill>
                <a:schemeClr val="bg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CADC9DB4-2781-2380-1A6E-8C4E5CD11AD1}"/>
                </a:ext>
              </a:extLst>
            </p:cNvPr>
            <p:cNvSpPr txBox="1"/>
            <p:nvPr/>
          </p:nvSpPr>
          <p:spPr>
            <a:xfrm>
              <a:off x="5629438" y="4495803"/>
              <a:ext cx="2308580" cy="460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2000">
                  <a:latin typeface="FZVariable-LanTingHeiK DemiBold" panose="02000600000000000000" pitchFamily="2" charset="-122"/>
                  <a:ea typeface="FZVariable-LanTingHeiK DemiBold" panose="02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solidFill>
                    <a:schemeClr val="tx1">
                      <a:lumMod val="85000"/>
                      <a:lumOff val="15000"/>
                    </a:schemeClr>
                  </a:solidFill>
                </a:rPr>
                <a:t>阅读行为</a:t>
              </a:r>
            </a:p>
          </p:txBody>
        </p:sp>
      </p:grpSp>
      <p:graphicFrame>
        <p:nvGraphicFramePr>
          <p:cNvPr id="2" name="think-cell data - do not delete" hidden="1">
            <a:extLst>
              <a:ext uri="{FF2B5EF4-FFF2-40B4-BE49-F238E27FC236}">
                <a16:creationId xmlns:a16="http://schemas.microsoft.com/office/drawing/2014/main" id="{59E8FC9E-F9F7-DA94-D007-1088F01219E2}"/>
              </a:ext>
            </a:extLst>
          </p:cNvPr>
          <p:cNvGraphicFramePr>
            <a:graphicFrameLocks noChangeAspect="1"/>
          </p:cNvGraphicFramePr>
          <p:nvPr>
            <p:custDataLst>
              <p:tags r:id="rId1"/>
            </p:custDataLst>
            <p:extLst>
              <p:ext uri="{D42A27DB-BD31-4B8C-83A1-F6EECF244321}">
                <p14:modId xmlns:p14="http://schemas.microsoft.com/office/powerpoint/2010/main" val="253485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7" imgW="426" imgH="426" progId="TCLayout.ActiveDocument.1">
                  <p:embed/>
                </p:oleObj>
              </mc:Choice>
              <mc:Fallback>
                <p:oleObj name="think-cell 幻灯片" r:id="rId7" imgW="426" imgH="426" progId="TCLayout.ActiveDocument.1">
                  <p:embed/>
                  <p:pic>
                    <p:nvPicPr>
                      <p:cNvPr id="2" name="think-cell data - do not delete" hidden="1">
                        <a:extLst>
                          <a:ext uri="{FF2B5EF4-FFF2-40B4-BE49-F238E27FC236}">
                            <a16:creationId xmlns:a16="http://schemas.microsoft.com/office/drawing/2014/main" id="{45340CD2-0CCD-46BC-721B-A5B2D632B34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object 3">
            <a:extLst>
              <a:ext uri="{FF2B5EF4-FFF2-40B4-BE49-F238E27FC236}">
                <a16:creationId xmlns:a16="http://schemas.microsoft.com/office/drawing/2014/main" id="{A3D32159-3779-52F5-A88B-CB621A5A60CC}"/>
              </a:ext>
            </a:extLst>
          </p:cNvPr>
          <p:cNvSpPr txBox="1">
            <a:spLocks noGrp="1"/>
          </p:cNvSpPr>
          <p:nvPr>
            <p:ph type="title" idx="4294967295"/>
          </p:nvPr>
        </p:nvSpPr>
        <p:spPr>
          <a:xfrm>
            <a:off x="958136" y="2143420"/>
            <a:ext cx="18428414" cy="691855"/>
          </a:xfrm>
          <a:prstGeom prst="rect">
            <a:avLst/>
          </a:prstGeom>
        </p:spPr>
        <p:txBody>
          <a:bodyPr vert="horz" wrap="square" lIns="0" tIns="14604" rIns="0" bIns="0" rtlCol="0">
            <a:spAutoFit/>
          </a:bodyPr>
          <a:lstStyle/>
          <a:p>
            <a:pPr marL="12700">
              <a:spcBef>
                <a:spcPts val="115"/>
              </a:spcBef>
            </a:pPr>
            <a:r>
              <a:rPr lang="zh-CN" altLang="en-US" sz="4400" b="0" spc="195" dirty="0">
                <a:solidFill>
                  <a:schemeClr val="tx1"/>
                </a:solidFill>
                <a:latin typeface="FZVariable-LanTingHeiK DemiBold" panose="02000600000000000000" pitchFamily="2" charset="-122"/>
                <a:ea typeface="FZVariable-LanTingHeiK DemiBold" panose="02000600000000000000" pitchFamily="2" charset="-122"/>
              </a:rPr>
              <a:t>长周期用户偏好深度阅读，短周期用户依赖主动搜索</a:t>
            </a:r>
          </a:p>
        </p:txBody>
      </p:sp>
      <p:sp>
        <p:nvSpPr>
          <p:cNvPr id="36" name="object 36">
            <a:extLst>
              <a:ext uri="{FF2B5EF4-FFF2-40B4-BE49-F238E27FC236}">
                <a16:creationId xmlns:a16="http://schemas.microsoft.com/office/drawing/2014/main" id="{E9908C08-518F-753C-3866-FC6E8388C544}"/>
              </a:ext>
            </a:extLst>
          </p:cNvPr>
          <p:cNvSpPr/>
          <p:nvPr>
            <p:custDataLst>
              <p:tags r:id="rId2"/>
            </p:custDataLst>
          </p:nvPr>
        </p:nvSpPr>
        <p:spPr>
          <a:xfrm>
            <a:off x="825500" y="10533757"/>
            <a:ext cx="18561050" cy="0"/>
          </a:xfrm>
          <a:custGeom>
            <a:avLst/>
            <a:gdLst/>
            <a:ahLst/>
            <a:cxnLst/>
            <a:rect l="l" t="t" r="r" b="b"/>
            <a:pathLst>
              <a:path w="18562320">
                <a:moveTo>
                  <a:pt x="0" y="0"/>
                </a:moveTo>
                <a:lnTo>
                  <a:pt x="18562314" y="0"/>
                </a:lnTo>
              </a:path>
            </a:pathLst>
          </a:custGeom>
          <a:ln w="6350">
            <a:solidFill>
              <a:srgbClr val="333333"/>
            </a:solidFill>
          </a:ln>
        </p:spPr>
        <p:txBody>
          <a:bodyPr wrap="square" lIns="0" tIns="0" rIns="0" bIns="0" rtlCol="0"/>
          <a:lstStyle/>
          <a:p>
            <a:endParaRPr>
              <a:latin typeface="FZVariable-LanTingHeiK DemiBold" panose="02000600000000000000" pitchFamily="2" charset="-122"/>
              <a:ea typeface="FZVariable-LanTingHeiK DemiBold" panose="02000600000000000000" pitchFamily="2" charset="-122"/>
            </a:endParaRPr>
          </a:p>
        </p:txBody>
      </p:sp>
      <p:pic>
        <p:nvPicPr>
          <p:cNvPr id="38" name="object 38">
            <a:extLst>
              <a:ext uri="{FF2B5EF4-FFF2-40B4-BE49-F238E27FC236}">
                <a16:creationId xmlns:a16="http://schemas.microsoft.com/office/drawing/2014/main" id="{CDC54295-8C76-EAA6-F249-61F4065C9B60}"/>
              </a:ext>
            </a:extLst>
          </p:cNvPr>
          <p:cNvPicPr/>
          <p:nvPr/>
        </p:nvPicPr>
        <p:blipFill>
          <a:blip r:embed="rId9" cstate="print">
            <a:extLst>
              <a:ext uri="{28A0092B-C50C-407E-A947-70E740481C1C}">
                <a14:useLocalDpi xmlns:a14="http://schemas.microsoft.com/office/drawing/2010/main"/>
              </a:ext>
            </a:extLst>
          </a:blip>
          <a:stretch>
            <a:fillRect/>
          </a:stretch>
        </p:blipFill>
        <p:spPr>
          <a:xfrm>
            <a:off x="18410328" y="10661874"/>
            <a:ext cx="924788" cy="253814"/>
          </a:xfrm>
          <a:prstGeom prst="rect">
            <a:avLst/>
          </a:prstGeom>
        </p:spPr>
      </p:pic>
      <p:sp>
        <p:nvSpPr>
          <p:cNvPr id="61" name="object 39">
            <a:extLst>
              <a:ext uri="{FF2B5EF4-FFF2-40B4-BE49-F238E27FC236}">
                <a16:creationId xmlns:a16="http://schemas.microsoft.com/office/drawing/2014/main" id="{DB97B60E-75FF-7121-9173-FDC08D550FE0}"/>
              </a:ext>
            </a:extLst>
          </p:cNvPr>
          <p:cNvSpPr/>
          <p:nvPr/>
        </p:nvSpPr>
        <p:spPr>
          <a:xfrm>
            <a:off x="770894" y="96183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latin typeface="FZVariable-LanTingHeiK DemiBold" panose="02000600000000000000" pitchFamily="2" charset="-122"/>
              <a:ea typeface="FZVariable-LanTingHeiK DemiBold" panose="02000600000000000000" pitchFamily="2" charset="-122"/>
            </a:endParaRPr>
          </a:p>
        </p:txBody>
      </p:sp>
      <p:sp>
        <p:nvSpPr>
          <p:cNvPr id="102" name="矩形 101">
            <a:extLst>
              <a:ext uri="{FF2B5EF4-FFF2-40B4-BE49-F238E27FC236}">
                <a16:creationId xmlns:a16="http://schemas.microsoft.com/office/drawing/2014/main" id="{2C241E50-6882-BDF6-1775-565A1258F071}"/>
              </a:ext>
            </a:extLst>
          </p:cNvPr>
          <p:cNvSpPr/>
          <p:nvPr/>
        </p:nvSpPr>
        <p:spPr>
          <a:xfrm>
            <a:off x="-4647136" y="8364089"/>
            <a:ext cx="4521201" cy="590046"/>
          </a:xfrm>
          <a:prstGeom prst="rect">
            <a:avLst/>
          </a:prstGeom>
          <a:solidFill>
            <a:srgbClr val="2DD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103" name="矩形 102">
            <a:extLst>
              <a:ext uri="{FF2B5EF4-FFF2-40B4-BE49-F238E27FC236}">
                <a16:creationId xmlns:a16="http://schemas.microsoft.com/office/drawing/2014/main" id="{82BB5C40-6B46-4156-1241-DBAA468CF1BF}"/>
              </a:ext>
            </a:extLst>
          </p:cNvPr>
          <p:cNvSpPr/>
          <p:nvPr/>
        </p:nvSpPr>
        <p:spPr>
          <a:xfrm>
            <a:off x="-4647136" y="9156755"/>
            <a:ext cx="4521201" cy="590046"/>
          </a:xfrm>
          <a:prstGeom prst="rect">
            <a:avLst/>
          </a:prstGeom>
          <a:solidFill>
            <a:srgbClr val="60F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104" name="矩形 103">
            <a:extLst>
              <a:ext uri="{FF2B5EF4-FFF2-40B4-BE49-F238E27FC236}">
                <a16:creationId xmlns:a16="http://schemas.microsoft.com/office/drawing/2014/main" id="{AE023BD5-BE1A-4150-7983-53054746FDD6}"/>
              </a:ext>
            </a:extLst>
          </p:cNvPr>
          <p:cNvSpPr/>
          <p:nvPr/>
        </p:nvSpPr>
        <p:spPr>
          <a:xfrm>
            <a:off x="-4607211" y="9943711"/>
            <a:ext cx="4521201" cy="590046"/>
          </a:xfrm>
          <a:prstGeom prst="rect">
            <a:avLst/>
          </a:prstGeom>
          <a:solidFill>
            <a:srgbClr val="43FF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105" name="矩形 104">
            <a:extLst>
              <a:ext uri="{FF2B5EF4-FFF2-40B4-BE49-F238E27FC236}">
                <a16:creationId xmlns:a16="http://schemas.microsoft.com/office/drawing/2014/main" id="{80D8FDE4-73E4-3F95-6A8E-C29E09CBC153}"/>
              </a:ext>
            </a:extLst>
          </p:cNvPr>
          <p:cNvSpPr/>
          <p:nvPr/>
        </p:nvSpPr>
        <p:spPr>
          <a:xfrm>
            <a:off x="-4667536" y="7575294"/>
            <a:ext cx="4521201" cy="590046"/>
          </a:xfrm>
          <a:prstGeom prst="rect">
            <a:avLst/>
          </a:prstGeom>
          <a:solidFill>
            <a:srgbClr val="BEF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106" name="矩形 105">
            <a:extLst>
              <a:ext uri="{FF2B5EF4-FFF2-40B4-BE49-F238E27FC236}">
                <a16:creationId xmlns:a16="http://schemas.microsoft.com/office/drawing/2014/main" id="{3B3FD4E8-8ABE-7E06-2459-98F5BCB87D4D}"/>
              </a:ext>
            </a:extLst>
          </p:cNvPr>
          <p:cNvSpPr/>
          <p:nvPr/>
        </p:nvSpPr>
        <p:spPr>
          <a:xfrm>
            <a:off x="-4667537" y="6733398"/>
            <a:ext cx="4521201" cy="590046"/>
          </a:xfrm>
          <a:prstGeom prst="rect">
            <a:avLst/>
          </a:prstGeom>
          <a:solidFill>
            <a:srgbClr val="BEF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107" name="矩形 106">
            <a:extLst>
              <a:ext uri="{FF2B5EF4-FFF2-40B4-BE49-F238E27FC236}">
                <a16:creationId xmlns:a16="http://schemas.microsoft.com/office/drawing/2014/main" id="{2D50917C-C922-4231-281B-5527414EE09E}"/>
              </a:ext>
            </a:extLst>
          </p:cNvPr>
          <p:cNvSpPr/>
          <p:nvPr/>
        </p:nvSpPr>
        <p:spPr>
          <a:xfrm>
            <a:off x="-4669816" y="5810951"/>
            <a:ext cx="4521201" cy="590046"/>
          </a:xfrm>
          <a:prstGeom prst="rect">
            <a:avLst/>
          </a:prstGeom>
          <a:solidFill>
            <a:srgbClr val="45ED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108" name="矩形 107">
            <a:extLst>
              <a:ext uri="{FF2B5EF4-FFF2-40B4-BE49-F238E27FC236}">
                <a16:creationId xmlns:a16="http://schemas.microsoft.com/office/drawing/2014/main" id="{BB6CDBE6-B849-EE13-BF0D-EE105710D3EA}"/>
              </a:ext>
            </a:extLst>
          </p:cNvPr>
          <p:cNvSpPr/>
          <p:nvPr/>
        </p:nvSpPr>
        <p:spPr>
          <a:xfrm>
            <a:off x="-4675105" y="3287347"/>
            <a:ext cx="4521201" cy="590046"/>
          </a:xfrm>
          <a:prstGeom prst="rect">
            <a:avLst/>
          </a:prstGeom>
          <a:solidFill>
            <a:srgbClr val="2DD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FZVariable-LanTingHeiK DemiBold" panose="02000600000000000000" pitchFamily="2" charset="-122"/>
              <a:ea typeface="FZVariable-LanTingHeiK DemiBold" panose="02000600000000000000" pitchFamily="2" charset="-122"/>
            </a:endParaRPr>
          </a:p>
        </p:txBody>
      </p:sp>
      <p:sp>
        <p:nvSpPr>
          <p:cNvPr id="109" name="矩形 108">
            <a:extLst>
              <a:ext uri="{FF2B5EF4-FFF2-40B4-BE49-F238E27FC236}">
                <a16:creationId xmlns:a16="http://schemas.microsoft.com/office/drawing/2014/main" id="{AEC86A84-E811-AD3D-03CF-62C92F515CD6}"/>
              </a:ext>
            </a:extLst>
          </p:cNvPr>
          <p:cNvSpPr/>
          <p:nvPr/>
        </p:nvSpPr>
        <p:spPr>
          <a:xfrm>
            <a:off x="-4647136" y="4063079"/>
            <a:ext cx="4521201" cy="590046"/>
          </a:xfrm>
          <a:prstGeom prst="rect">
            <a:avLst/>
          </a:prstGeom>
          <a:solidFill>
            <a:srgbClr val="D6D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FZVariable-LanTingHeiK DemiBold" panose="02000600000000000000" pitchFamily="2" charset="-122"/>
              <a:ea typeface="FZVariable-LanTingHeiK DemiBold" panose="02000600000000000000" pitchFamily="2" charset="-122"/>
            </a:endParaRPr>
          </a:p>
        </p:txBody>
      </p:sp>
      <p:sp>
        <p:nvSpPr>
          <p:cNvPr id="9" name="object 10">
            <a:extLst>
              <a:ext uri="{FF2B5EF4-FFF2-40B4-BE49-F238E27FC236}">
                <a16:creationId xmlns:a16="http://schemas.microsoft.com/office/drawing/2014/main" id="{5C1766EC-0883-E2BB-F0EA-8A6465AA5BC7}"/>
              </a:ext>
            </a:extLst>
          </p:cNvPr>
          <p:cNvSpPr txBox="1">
            <a:spLocks/>
          </p:cNvSpPr>
          <p:nvPr/>
        </p:nvSpPr>
        <p:spPr>
          <a:xfrm>
            <a:off x="980779" y="1601555"/>
            <a:ext cx="4031615" cy="445634"/>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2800" b="0" spc="195" dirty="0">
                <a:solidFill>
                  <a:schemeClr val="bg1">
                    <a:lumMod val="65000"/>
                  </a:schemeClr>
                </a:solidFill>
                <a:latin typeface="FZVariable-LanTingHeiK DemiBold" panose="02000600000000000000" pitchFamily="2" charset="-122"/>
                <a:ea typeface="FZVariable-LanTingHeiK DemiBold" panose="02000600000000000000" pitchFamily="2" charset="-122"/>
              </a:rPr>
              <a:t>用户决策心智解码</a:t>
            </a:r>
          </a:p>
        </p:txBody>
      </p:sp>
      <p:sp>
        <p:nvSpPr>
          <p:cNvPr id="29" name="object 3">
            <a:extLst>
              <a:ext uri="{FF2B5EF4-FFF2-40B4-BE49-F238E27FC236}">
                <a16:creationId xmlns:a16="http://schemas.microsoft.com/office/drawing/2014/main" id="{FA5BF6AA-A93E-22A2-4EE7-B7EF8A617B70}"/>
              </a:ext>
            </a:extLst>
          </p:cNvPr>
          <p:cNvSpPr/>
          <p:nvPr>
            <p:custDataLst>
              <p:tags r:id="rId3"/>
            </p:custDataLst>
          </p:nvPr>
        </p:nvSpPr>
        <p:spPr>
          <a:xfrm rot="16200000">
            <a:off x="2662903" y="2779737"/>
            <a:ext cx="5820079" cy="8844003"/>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dirty="0">
              <a:latin typeface="FZVariable-LanTingHeiK DemiBold" panose="02000600000000000000" pitchFamily="2" charset="-122"/>
              <a:ea typeface="FZVariable-LanTingHeiK DemiBold" panose="02000600000000000000" pitchFamily="2" charset="-122"/>
            </a:endParaRPr>
          </a:p>
        </p:txBody>
      </p:sp>
      <p:sp>
        <p:nvSpPr>
          <p:cNvPr id="44" name="圆角矩形 43">
            <a:extLst>
              <a:ext uri="{FF2B5EF4-FFF2-40B4-BE49-F238E27FC236}">
                <a16:creationId xmlns:a16="http://schemas.microsoft.com/office/drawing/2014/main" id="{37E85B04-FC7E-51C5-4213-3E1B9D14F8B4}"/>
              </a:ext>
            </a:extLst>
          </p:cNvPr>
          <p:cNvSpPr/>
          <p:nvPr/>
        </p:nvSpPr>
        <p:spPr>
          <a:xfrm>
            <a:off x="3476116" y="4756754"/>
            <a:ext cx="4039069" cy="3692997"/>
          </a:xfrm>
          <a:prstGeom prst="roundRect">
            <a:avLst>
              <a:gd name="adj" fmla="val 5640"/>
            </a:avLst>
          </a:prstGeom>
          <a:solidFill>
            <a:schemeClr val="bg1">
              <a:alpha val="974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7446">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sp>
        <p:nvSpPr>
          <p:cNvPr id="67" name="同侧圆角矩形 66">
            <a:extLst>
              <a:ext uri="{FF2B5EF4-FFF2-40B4-BE49-F238E27FC236}">
                <a16:creationId xmlns:a16="http://schemas.microsoft.com/office/drawing/2014/main" id="{F02EB492-2467-8737-10A6-C825E30795FC}"/>
              </a:ext>
            </a:extLst>
          </p:cNvPr>
          <p:cNvSpPr/>
          <p:nvPr/>
        </p:nvSpPr>
        <p:spPr>
          <a:xfrm>
            <a:off x="5003443" y="4583527"/>
            <a:ext cx="4448251" cy="4601057"/>
          </a:xfrm>
          <a:prstGeom prst="round2SameRect">
            <a:avLst>
              <a:gd name="adj1" fmla="val 5626"/>
              <a:gd name="adj2" fmla="val 0"/>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8800">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pic>
        <p:nvPicPr>
          <p:cNvPr id="70" name="图片 69">
            <a:extLst>
              <a:ext uri="{FF2B5EF4-FFF2-40B4-BE49-F238E27FC236}">
                <a16:creationId xmlns:a16="http://schemas.microsoft.com/office/drawing/2014/main" id="{3D32E044-92C7-388C-DB68-6E46CFFF148E}"/>
              </a:ext>
            </a:extLst>
          </p:cNvPr>
          <p:cNvPicPr>
            <a:picLocks noChangeAspect="1"/>
          </p:cNvPicPr>
          <p:nvPr/>
        </p:nvPicPr>
        <p:blipFill>
          <a:blip r:embed="rId10"/>
          <a:stretch>
            <a:fillRect/>
          </a:stretch>
        </p:blipFill>
        <p:spPr>
          <a:xfrm>
            <a:off x="4879834" y="4206875"/>
            <a:ext cx="4571862" cy="582563"/>
          </a:xfrm>
          <a:prstGeom prst="rect">
            <a:avLst/>
          </a:prstGeom>
        </p:spPr>
      </p:pic>
      <p:sp>
        <p:nvSpPr>
          <p:cNvPr id="72" name="文本框 71">
            <a:extLst>
              <a:ext uri="{FF2B5EF4-FFF2-40B4-BE49-F238E27FC236}">
                <a16:creationId xmlns:a16="http://schemas.microsoft.com/office/drawing/2014/main" id="{886F7148-FC83-2C82-AA82-D31304289D2D}"/>
              </a:ext>
            </a:extLst>
          </p:cNvPr>
          <p:cNvSpPr txBox="1"/>
          <p:nvPr/>
        </p:nvSpPr>
        <p:spPr>
          <a:xfrm>
            <a:off x="5409309" y="4295224"/>
            <a:ext cx="3586461" cy="400110"/>
          </a:xfrm>
          <a:prstGeom prst="rect">
            <a:avLst/>
          </a:prstGeom>
          <a:noFill/>
        </p:spPr>
        <p:txBody>
          <a:bodyPr wrap="square">
            <a:spAutoFit/>
          </a:bodyPr>
          <a:lstStyle/>
          <a:p>
            <a:pPr algn="ctr"/>
            <a:r>
              <a:rPr kumimoji="1" lang="zh-CN" altLang="en-US" sz="2000" dirty="0">
                <a:solidFill>
                  <a:schemeClr val="tx1">
                    <a:lumMod val="85000"/>
                    <a:lumOff val="15000"/>
                  </a:schemeClr>
                </a:solidFill>
                <a:latin typeface="FZVariable-LanTingHeiK Normal" panose="02000600000000000000" pitchFamily="2" charset="-122"/>
                <a:ea typeface="FZVariable-LanTingHeiK Normal" panose="02000600000000000000" pitchFamily="2" charset="-122"/>
              </a:rPr>
              <a:t>长周期用户偏好反复阅读</a:t>
            </a:r>
          </a:p>
        </p:txBody>
      </p:sp>
      <p:sp>
        <p:nvSpPr>
          <p:cNvPr id="75" name="文本框 74">
            <a:extLst>
              <a:ext uri="{FF2B5EF4-FFF2-40B4-BE49-F238E27FC236}">
                <a16:creationId xmlns:a16="http://schemas.microsoft.com/office/drawing/2014/main" id="{E26B5084-4385-D7F9-84EC-03364BCB6E82}"/>
              </a:ext>
            </a:extLst>
          </p:cNvPr>
          <p:cNvSpPr txBox="1"/>
          <p:nvPr/>
        </p:nvSpPr>
        <p:spPr>
          <a:xfrm>
            <a:off x="7188968" y="5044441"/>
            <a:ext cx="2564940" cy="584775"/>
          </a:xfrm>
          <a:prstGeom prst="rect">
            <a:avLst/>
          </a:prstGeom>
          <a:noFill/>
        </p:spPr>
        <p:txBody>
          <a:bodyPr wrap="square">
            <a:spAutoFit/>
          </a:bodyPr>
          <a:lstStyle/>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用户决策全周期</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平均阅读行为</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p:txBody>
      </p:sp>
      <p:cxnSp>
        <p:nvCxnSpPr>
          <p:cNvPr id="118" name="直线连接符 117">
            <a:extLst>
              <a:ext uri="{FF2B5EF4-FFF2-40B4-BE49-F238E27FC236}">
                <a16:creationId xmlns:a16="http://schemas.microsoft.com/office/drawing/2014/main" id="{379D9FEE-5097-8AEF-B3B6-09E56D9CAD23}"/>
              </a:ext>
            </a:extLst>
          </p:cNvPr>
          <p:cNvCxnSpPr>
            <a:cxnSpLocks/>
          </p:cNvCxnSpPr>
          <p:nvPr/>
        </p:nvCxnSpPr>
        <p:spPr>
          <a:xfrm>
            <a:off x="5403850" y="5876106"/>
            <a:ext cx="3943453"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81" name="组合 180">
            <a:extLst>
              <a:ext uri="{FF2B5EF4-FFF2-40B4-BE49-F238E27FC236}">
                <a16:creationId xmlns:a16="http://schemas.microsoft.com/office/drawing/2014/main" id="{27C50E1B-8D9A-7638-1E3D-06539B75BA02}"/>
              </a:ext>
            </a:extLst>
          </p:cNvPr>
          <p:cNvGrpSpPr/>
          <p:nvPr/>
        </p:nvGrpSpPr>
        <p:grpSpPr>
          <a:xfrm>
            <a:off x="10566357" y="3620014"/>
            <a:ext cx="2971799" cy="529228"/>
            <a:chOff x="5093112" y="4392408"/>
            <a:chExt cx="3486123" cy="651007"/>
          </a:xfrm>
        </p:grpSpPr>
        <p:sp>
          <p:nvSpPr>
            <p:cNvPr id="182" name="圆角矩形 181">
              <a:extLst>
                <a:ext uri="{FF2B5EF4-FFF2-40B4-BE49-F238E27FC236}">
                  <a16:creationId xmlns:a16="http://schemas.microsoft.com/office/drawing/2014/main" id="{CA3E0E1C-9678-2EAB-79D1-AA42FF678459}"/>
                </a:ext>
              </a:extLst>
            </p:cNvPr>
            <p:cNvSpPr/>
            <p:nvPr/>
          </p:nvSpPr>
          <p:spPr>
            <a:xfrm>
              <a:off x="5093112" y="4392408"/>
              <a:ext cx="3186835" cy="651007"/>
            </a:xfrm>
            <a:prstGeom prst="roundRect">
              <a:avLst>
                <a:gd name="adj" fmla="val 50000"/>
              </a:avLst>
            </a:prstGeom>
            <a:solidFill>
              <a:srgbClr val="06B85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 </a:t>
              </a:r>
            </a:p>
          </p:txBody>
        </p:sp>
        <p:cxnSp>
          <p:nvCxnSpPr>
            <p:cNvPr id="183" name="直线箭头连接符 182">
              <a:extLst>
                <a:ext uri="{FF2B5EF4-FFF2-40B4-BE49-F238E27FC236}">
                  <a16:creationId xmlns:a16="http://schemas.microsoft.com/office/drawing/2014/main" id="{04DC14E7-FFB5-93AB-FC0E-1006C0DF7DBC}"/>
                </a:ext>
              </a:extLst>
            </p:cNvPr>
            <p:cNvCxnSpPr>
              <a:cxnSpLocks/>
            </p:cNvCxnSpPr>
            <p:nvPr/>
          </p:nvCxnSpPr>
          <p:spPr>
            <a:xfrm>
              <a:off x="8081138" y="4716280"/>
              <a:ext cx="498097" cy="0"/>
            </a:xfrm>
            <a:prstGeom prst="straightConnector1">
              <a:avLst/>
            </a:prstGeom>
            <a:ln w="31750">
              <a:solidFill>
                <a:schemeClr val="bg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84" name="文本框 183">
              <a:extLst>
                <a:ext uri="{FF2B5EF4-FFF2-40B4-BE49-F238E27FC236}">
                  <a16:creationId xmlns:a16="http://schemas.microsoft.com/office/drawing/2014/main" id="{558E332C-8F98-5E5C-6A49-F945C3ABD2CC}"/>
                </a:ext>
              </a:extLst>
            </p:cNvPr>
            <p:cNvSpPr txBox="1"/>
            <p:nvPr/>
          </p:nvSpPr>
          <p:spPr>
            <a:xfrm>
              <a:off x="5629438" y="4495803"/>
              <a:ext cx="2308580" cy="460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2000">
                  <a:latin typeface="FZVariable-LanTingHeiK DemiBold" panose="02000600000000000000" pitchFamily="2" charset="-122"/>
                  <a:ea typeface="FZVariable-LanTingHeiK DemiBold" panose="020006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solidFill>
                    <a:schemeClr val="tx1">
                      <a:lumMod val="85000"/>
                      <a:lumOff val="15000"/>
                    </a:schemeClr>
                  </a:solidFill>
                </a:rPr>
                <a:t>搜索行为</a:t>
              </a:r>
            </a:p>
          </p:txBody>
        </p:sp>
      </p:grpSp>
      <p:sp>
        <p:nvSpPr>
          <p:cNvPr id="186" name="object 3">
            <a:extLst>
              <a:ext uri="{FF2B5EF4-FFF2-40B4-BE49-F238E27FC236}">
                <a16:creationId xmlns:a16="http://schemas.microsoft.com/office/drawing/2014/main" id="{6C42DEC1-21E1-BF98-1D8C-49BEBF9FE31D}"/>
              </a:ext>
            </a:extLst>
          </p:cNvPr>
          <p:cNvSpPr/>
          <p:nvPr>
            <p:custDataLst>
              <p:tags r:id="rId4"/>
            </p:custDataLst>
          </p:nvPr>
        </p:nvSpPr>
        <p:spPr>
          <a:xfrm rot="16200000">
            <a:off x="11787809" y="2802476"/>
            <a:ext cx="5820080" cy="8844003"/>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dirty="0">
              <a:latin typeface="FZVariable-LanTingHeiK DemiBold" panose="02000600000000000000" pitchFamily="2" charset="-122"/>
              <a:ea typeface="FZVariable-LanTingHeiK DemiBold" panose="02000600000000000000" pitchFamily="2" charset="-122"/>
            </a:endParaRPr>
          </a:p>
        </p:txBody>
      </p:sp>
      <p:sp>
        <p:nvSpPr>
          <p:cNvPr id="192" name="圆角矩形 191">
            <a:extLst>
              <a:ext uri="{FF2B5EF4-FFF2-40B4-BE49-F238E27FC236}">
                <a16:creationId xmlns:a16="http://schemas.microsoft.com/office/drawing/2014/main" id="{EDE09E8F-2038-53B3-0DC3-DA21AD91116F}"/>
              </a:ext>
            </a:extLst>
          </p:cNvPr>
          <p:cNvSpPr/>
          <p:nvPr/>
        </p:nvSpPr>
        <p:spPr>
          <a:xfrm>
            <a:off x="12524822" y="4779493"/>
            <a:ext cx="4039069" cy="3692997"/>
          </a:xfrm>
          <a:prstGeom prst="roundRect">
            <a:avLst>
              <a:gd name="adj" fmla="val 5640"/>
            </a:avLst>
          </a:prstGeom>
          <a:solidFill>
            <a:schemeClr val="bg1">
              <a:alpha val="974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7446">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sp>
        <p:nvSpPr>
          <p:cNvPr id="193" name="同侧圆角矩形 192">
            <a:extLst>
              <a:ext uri="{FF2B5EF4-FFF2-40B4-BE49-F238E27FC236}">
                <a16:creationId xmlns:a16="http://schemas.microsoft.com/office/drawing/2014/main" id="{BF3AD994-941F-46C9-43DC-4C7A8367236B}"/>
              </a:ext>
            </a:extLst>
          </p:cNvPr>
          <p:cNvSpPr/>
          <p:nvPr/>
        </p:nvSpPr>
        <p:spPr>
          <a:xfrm>
            <a:off x="14052149" y="4606266"/>
            <a:ext cx="4448251" cy="4601057"/>
          </a:xfrm>
          <a:prstGeom prst="round2SameRect">
            <a:avLst>
              <a:gd name="adj1" fmla="val 5626"/>
              <a:gd name="adj2" fmla="val 0"/>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8800">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pic>
        <p:nvPicPr>
          <p:cNvPr id="194" name="图片 193">
            <a:extLst>
              <a:ext uri="{FF2B5EF4-FFF2-40B4-BE49-F238E27FC236}">
                <a16:creationId xmlns:a16="http://schemas.microsoft.com/office/drawing/2014/main" id="{D1582739-6551-943D-A8FE-643F4685208A}"/>
              </a:ext>
            </a:extLst>
          </p:cNvPr>
          <p:cNvPicPr>
            <a:picLocks noChangeAspect="1"/>
          </p:cNvPicPr>
          <p:nvPr/>
        </p:nvPicPr>
        <p:blipFill>
          <a:blip r:embed="rId10"/>
          <a:stretch>
            <a:fillRect/>
          </a:stretch>
        </p:blipFill>
        <p:spPr>
          <a:xfrm>
            <a:off x="13928540" y="4229614"/>
            <a:ext cx="4571862" cy="582563"/>
          </a:xfrm>
          <a:prstGeom prst="rect">
            <a:avLst/>
          </a:prstGeom>
        </p:spPr>
      </p:pic>
      <p:sp>
        <p:nvSpPr>
          <p:cNvPr id="195" name="文本框 194">
            <a:extLst>
              <a:ext uri="{FF2B5EF4-FFF2-40B4-BE49-F238E27FC236}">
                <a16:creationId xmlns:a16="http://schemas.microsoft.com/office/drawing/2014/main" id="{6C0F4A5B-879A-169E-921F-211EF08ED2B2}"/>
              </a:ext>
            </a:extLst>
          </p:cNvPr>
          <p:cNvSpPr txBox="1"/>
          <p:nvPr/>
        </p:nvSpPr>
        <p:spPr>
          <a:xfrm>
            <a:off x="14458015" y="4317963"/>
            <a:ext cx="3952313" cy="400110"/>
          </a:xfrm>
          <a:prstGeom prst="rect">
            <a:avLst/>
          </a:prstGeom>
          <a:noFill/>
        </p:spPr>
        <p:txBody>
          <a:bodyPr wrap="square">
            <a:spAutoFit/>
          </a:bodyPr>
          <a:lstStyle/>
          <a:p>
            <a:pPr algn="ctr"/>
            <a:r>
              <a:rPr kumimoji="1" lang="zh-CN" altLang="en-US" sz="2000" dirty="0">
                <a:solidFill>
                  <a:schemeClr val="tx1">
                    <a:lumMod val="85000"/>
                    <a:lumOff val="15000"/>
                  </a:schemeClr>
                </a:solidFill>
                <a:latin typeface="FZVariable-LanTingHeiK Normal" panose="02000600000000000000" pitchFamily="2" charset="-122"/>
                <a:ea typeface="FZVariable-LanTingHeiK Normal" panose="02000600000000000000" pitchFamily="2" charset="-122"/>
              </a:rPr>
              <a:t>短决策周期用户更依赖主动搜索</a:t>
            </a:r>
          </a:p>
        </p:txBody>
      </p:sp>
      <p:sp>
        <p:nvSpPr>
          <p:cNvPr id="196" name="文本框 195">
            <a:extLst>
              <a:ext uri="{FF2B5EF4-FFF2-40B4-BE49-F238E27FC236}">
                <a16:creationId xmlns:a16="http://schemas.microsoft.com/office/drawing/2014/main" id="{770AB023-EFED-D600-5527-3E474BF51DBC}"/>
              </a:ext>
            </a:extLst>
          </p:cNvPr>
          <p:cNvSpPr txBox="1"/>
          <p:nvPr/>
        </p:nvSpPr>
        <p:spPr>
          <a:xfrm>
            <a:off x="16024666" y="5201497"/>
            <a:ext cx="2564940" cy="584775"/>
          </a:xfrm>
          <a:prstGeom prst="rect">
            <a:avLst/>
          </a:prstGeom>
          <a:noFill/>
        </p:spPr>
        <p:txBody>
          <a:bodyPr wrap="square">
            <a:spAutoFit/>
          </a:bodyPr>
          <a:lstStyle/>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用户决策全周期</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平均搜索行为</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p:txBody>
      </p:sp>
      <p:sp>
        <p:nvSpPr>
          <p:cNvPr id="197" name="45">
            <a:extLst>
              <a:ext uri="{FF2B5EF4-FFF2-40B4-BE49-F238E27FC236}">
                <a16:creationId xmlns:a16="http://schemas.microsoft.com/office/drawing/2014/main" id="{54B28725-EB40-7961-4383-475978816801}"/>
              </a:ext>
            </a:extLst>
          </p:cNvPr>
          <p:cNvSpPr txBox="1"/>
          <p:nvPr/>
        </p:nvSpPr>
        <p:spPr>
          <a:xfrm>
            <a:off x="14204242" y="5287450"/>
            <a:ext cx="1909377" cy="570677"/>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024" tIns="35024" rIns="35024" bIns="35024"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r>
              <a:rPr lang="en-US" altLang="zh-CN" sz="48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10.5</a:t>
            </a:r>
            <a:r>
              <a:rPr lang="zh-CN" altLang="en-US" sz="36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次</a:t>
            </a:r>
            <a:endParaRPr sz="36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cxnSp>
        <p:nvCxnSpPr>
          <p:cNvPr id="198" name="直线连接符 197">
            <a:extLst>
              <a:ext uri="{FF2B5EF4-FFF2-40B4-BE49-F238E27FC236}">
                <a16:creationId xmlns:a16="http://schemas.microsoft.com/office/drawing/2014/main" id="{E336755C-8704-9666-838E-E6B6C3C68627}"/>
              </a:ext>
            </a:extLst>
          </p:cNvPr>
          <p:cNvCxnSpPr>
            <a:cxnSpLocks/>
          </p:cNvCxnSpPr>
          <p:nvPr/>
        </p:nvCxnSpPr>
        <p:spPr>
          <a:xfrm>
            <a:off x="14261997" y="5908721"/>
            <a:ext cx="3943453"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45" name="组合 244">
            <a:extLst>
              <a:ext uri="{FF2B5EF4-FFF2-40B4-BE49-F238E27FC236}">
                <a16:creationId xmlns:a16="http://schemas.microsoft.com/office/drawing/2014/main" id="{027F0133-389A-6EDA-790B-D3ADD4F69B92}"/>
              </a:ext>
            </a:extLst>
          </p:cNvPr>
          <p:cNvGrpSpPr/>
          <p:nvPr/>
        </p:nvGrpSpPr>
        <p:grpSpPr>
          <a:xfrm>
            <a:off x="10916111" y="4837136"/>
            <a:ext cx="2564939" cy="4440535"/>
            <a:chOff x="2491216" y="3534642"/>
            <a:chExt cx="5734546" cy="9927896"/>
          </a:xfrm>
        </p:grpSpPr>
        <p:grpSp>
          <p:nvGrpSpPr>
            <p:cNvPr id="246" name="组合 245">
              <a:extLst>
                <a:ext uri="{FF2B5EF4-FFF2-40B4-BE49-F238E27FC236}">
                  <a16:creationId xmlns:a16="http://schemas.microsoft.com/office/drawing/2014/main" id="{64DBDAA6-31C5-B1AB-91EA-C93CA5BCA6F8}"/>
                </a:ext>
              </a:extLst>
            </p:cNvPr>
            <p:cNvGrpSpPr/>
            <p:nvPr/>
          </p:nvGrpSpPr>
          <p:grpSpPr>
            <a:xfrm>
              <a:off x="2761477" y="3534642"/>
              <a:ext cx="5116574" cy="9927896"/>
              <a:chOff x="15913052" y="3660349"/>
              <a:chExt cx="5116574" cy="9927896"/>
            </a:xfrm>
          </p:grpSpPr>
          <p:pic>
            <p:nvPicPr>
              <p:cNvPr id="254" name="图片 253">
                <a:extLst>
                  <a:ext uri="{FF2B5EF4-FFF2-40B4-BE49-F238E27FC236}">
                    <a16:creationId xmlns:a16="http://schemas.microsoft.com/office/drawing/2014/main" id="{9B0C35D4-B5C5-3F6D-538A-93677F7B0E8C}"/>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204" b="2894"/>
              <a:stretch/>
            </p:blipFill>
            <p:spPr>
              <a:xfrm>
                <a:off x="16220012" y="3802605"/>
                <a:ext cx="4647838" cy="9746664"/>
              </a:xfrm>
              <a:prstGeom prst="roundRect">
                <a:avLst>
                  <a:gd name="adj" fmla="val 15812"/>
                </a:avLst>
              </a:prstGeom>
              <a:effectLst/>
            </p:spPr>
          </p:pic>
          <p:pic>
            <p:nvPicPr>
              <p:cNvPr id="255" name="Picture 2">
                <a:extLst>
                  <a:ext uri="{FF2B5EF4-FFF2-40B4-BE49-F238E27FC236}">
                    <a16:creationId xmlns:a16="http://schemas.microsoft.com/office/drawing/2014/main" id="{DCF01A85-10C6-9CEE-BA7E-E36AA50C32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13507391" y="6066010"/>
                <a:ext cx="9927896" cy="5116574"/>
              </a:xfrm>
              <a:prstGeom prst="rect">
                <a:avLst/>
              </a:prstGeom>
              <a:noFill/>
              <a:effectLst/>
              <a:extLst>
                <a:ext uri="{909E8E84-426E-40DD-AFC4-6F175D3DCCD1}">
                  <a14:hiddenFill xmlns:a14="http://schemas.microsoft.com/office/drawing/2010/main">
                    <a:solidFill>
                      <a:srgbClr val="FFFFFF"/>
                    </a:solidFill>
                  </a14:hiddenFill>
                </a:ext>
              </a:extLst>
            </p:spPr>
          </p:pic>
        </p:grpSp>
        <p:grpSp>
          <p:nvGrpSpPr>
            <p:cNvPr id="247" name="组合 246">
              <a:extLst>
                <a:ext uri="{FF2B5EF4-FFF2-40B4-BE49-F238E27FC236}">
                  <a16:creationId xmlns:a16="http://schemas.microsoft.com/office/drawing/2014/main" id="{30516A33-CE44-0A22-2B80-A97777075449}"/>
                </a:ext>
              </a:extLst>
            </p:cNvPr>
            <p:cNvGrpSpPr/>
            <p:nvPr/>
          </p:nvGrpSpPr>
          <p:grpSpPr>
            <a:xfrm>
              <a:off x="2491216" y="10020059"/>
              <a:ext cx="5734546" cy="845514"/>
              <a:chOff x="16702665" y="7978726"/>
              <a:chExt cx="5734546" cy="845514"/>
            </a:xfrm>
          </p:grpSpPr>
          <p:grpSp>
            <p:nvGrpSpPr>
              <p:cNvPr id="248" name="组合 247">
                <a:extLst>
                  <a:ext uri="{FF2B5EF4-FFF2-40B4-BE49-F238E27FC236}">
                    <a16:creationId xmlns:a16="http://schemas.microsoft.com/office/drawing/2014/main" id="{2EFE37BB-798F-6589-8FE7-2B48C70860F9}"/>
                  </a:ext>
                </a:extLst>
              </p:cNvPr>
              <p:cNvGrpSpPr/>
              <p:nvPr/>
            </p:nvGrpSpPr>
            <p:grpSpPr>
              <a:xfrm>
                <a:off x="16702665" y="7978726"/>
                <a:ext cx="5734546" cy="845514"/>
                <a:chOff x="16702665" y="7978726"/>
                <a:chExt cx="5734546" cy="845514"/>
              </a:xfrm>
            </p:grpSpPr>
            <p:sp>
              <p:nvSpPr>
                <p:cNvPr id="250" name="圆角矩形 249">
                  <a:extLst>
                    <a:ext uri="{FF2B5EF4-FFF2-40B4-BE49-F238E27FC236}">
                      <a16:creationId xmlns:a16="http://schemas.microsoft.com/office/drawing/2014/main" id="{ED5963D4-6365-C794-BED1-F52C95B0EC75}"/>
                    </a:ext>
                  </a:extLst>
                </p:cNvPr>
                <p:cNvSpPr/>
                <p:nvPr/>
              </p:nvSpPr>
              <p:spPr>
                <a:xfrm>
                  <a:off x="16702665" y="7978726"/>
                  <a:ext cx="5734546" cy="845514"/>
                </a:xfrm>
                <a:prstGeom prst="roundRect">
                  <a:avLst>
                    <a:gd name="adj" fmla="val 50000"/>
                  </a:avLst>
                </a:prstGeom>
                <a:solidFill>
                  <a:srgbClr val="FF2342"/>
                </a:solidFill>
                <a:ln>
                  <a:noFill/>
                </a:ln>
                <a:effectLst>
                  <a:glow rad="200006">
                    <a:srgbClr val="7F7F7F">
                      <a:alpha val="2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86"/>
                    </a:spcBef>
                    <a:spcAft>
                      <a:spcPts val="586"/>
                    </a:spcAft>
                  </a:pPr>
                  <a:endParaRPr kumimoji="1" lang="zh-CN" altLang="en-US" sz="3351" spc="47"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pic>
              <p:nvPicPr>
                <p:cNvPr id="251" name="图形 250">
                  <a:extLst>
                    <a:ext uri="{FF2B5EF4-FFF2-40B4-BE49-F238E27FC236}">
                      <a16:creationId xmlns:a16="http://schemas.microsoft.com/office/drawing/2014/main" id="{6175522A-D215-F3C4-F692-7CDBED7CD3B9}"/>
                    </a:ext>
                  </a:extLst>
                </p:cNvPr>
                <p:cNvPicPr>
                  <a:picLocks noChangeAspect="1"/>
                </p:cNvPicPr>
                <p:nvPr/>
              </p:nvPicPr>
              <p:blipFill rotWithShape="1">
                <a:blip r:embed="rId13">
                  <a:lum bright="100000"/>
                  <a:extLst>
                    <a:ext uri="{28A0092B-C50C-407E-A947-70E740481C1C}">
                      <a14:useLocalDpi xmlns:a14="http://schemas.microsoft.com/office/drawing/2010/main" val="0"/>
                    </a:ext>
                    <a:ext uri="{96DAC541-7B7A-43D3-8B79-37D633B846F1}">
                      <asvg:svgBlip xmlns:asvg="http://schemas.microsoft.com/office/drawing/2016/SVG/main" r:embed="rId14"/>
                    </a:ext>
                  </a:extLst>
                </a:blip>
                <a:srcRect b="30423"/>
                <a:stretch/>
              </p:blipFill>
              <p:spPr>
                <a:xfrm>
                  <a:off x="16972928" y="8167217"/>
                  <a:ext cx="1294682" cy="471515"/>
                </a:xfrm>
                <a:prstGeom prst="rect">
                  <a:avLst/>
                </a:prstGeom>
              </p:spPr>
            </p:pic>
            <p:sp>
              <p:nvSpPr>
                <p:cNvPr id="252" name="圆角矩形 251">
                  <a:extLst>
                    <a:ext uri="{FF2B5EF4-FFF2-40B4-BE49-F238E27FC236}">
                      <a16:creationId xmlns:a16="http://schemas.microsoft.com/office/drawing/2014/main" id="{FE43996E-6F46-AD3E-B999-90ACB8E24E2F}"/>
                    </a:ext>
                  </a:extLst>
                </p:cNvPr>
                <p:cNvSpPr/>
                <p:nvPr/>
              </p:nvSpPr>
              <p:spPr>
                <a:xfrm>
                  <a:off x="18439657" y="8073383"/>
                  <a:ext cx="3872765" cy="66805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85000"/>
                        <a:lumOff val="15000"/>
                      </a:schemeClr>
                    </a:solidFill>
                    <a:latin typeface="FZVariable-LanTingHeiK DemiBold" panose="02000600000000000000" pitchFamily="2" charset="-122"/>
                    <a:ea typeface="FZVariable-LanTingHeiK DemiBold" panose="02000600000000000000" pitchFamily="2" charset="-122"/>
                  </a:endParaRPr>
                </a:p>
              </p:txBody>
            </p:sp>
            <p:pic>
              <p:nvPicPr>
                <p:cNvPr id="253" name="图形 252" descr="放大镜 纯色填充">
                  <a:extLst>
                    <a:ext uri="{FF2B5EF4-FFF2-40B4-BE49-F238E27FC236}">
                      <a16:creationId xmlns:a16="http://schemas.microsoft.com/office/drawing/2014/main" id="{B45B2835-8398-1957-4DF2-1728FCB19AA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8513894" y="8186267"/>
                  <a:ext cx="452836" cy="452836"/>
                </a:xfrm>
                <a:prstGeom prst="rect">
                  <a:avLst/>
                </a:prstGeom>
              </p:spPr>
            </p:pic>
          </p:grpSp>
          <p:sp>
            <p:nvSpPr>
              <p:cNvPr id="249" name="文本框 248">
                <a:extLst>
                  <a:ext uri="{FF2B5EF4-FFF2-40B4-BE49-F238E27FC236}">
                    <a16:creationId xmlns:a16="http://schemas.microsoft.com/office/drawing/2014/main" id="{97447D06-6AE7-E06A-12CD-4BFA483ABD02}"/>
                  </a:ext>
                </a:extLst>
              </p:cNvPr>
              <p:cNvSpPr txBox="1"/>
              <p:nvPr/>
            </p:nvSpPr>
            <p:spPr>
              <a:xfrm>
                <a:off x="18895187" y="8136894"/>
                <a:ext cx="3417234" cy="590773"/>
              </a:xfrm>
              <a:prstGeom prst="rect">
                <a:avLst/>
              </a:prstGeom>
              <a:noFill/>
            </p:spPr>
            <p:txBody>
              <a:bodyPr wrap="square">
                <a:spAutoFit/>
              </a:bodyPr>
              <a:lstStyle/>
              <a:p>
                <a:pPr>
                  <a:spcBef>
                    <a:spcPts val="586"/>
                  </a:spcBef>
                  <a:spcAft>
                    <a:spcPts val="586"/>
                  </a:spcAft>
                </a:pPr>
                <a:r>
                  <a:rPr lang="zh-CN" altLang="en-US" sz="1117" spc="-98"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cs typeface="+mj-cs"/>
                  </a:rPr>
                  <a:t>小个子女生开的车</a:t>
                </a:r>
              </a:p>
            </p:txBody>
          </p:sp>
        </p:grpSp>
      </p:grpSp>
      <p:grpSp>
        <p:nvGrpSpPr>
          <p:cNvPr id="322" name="组合 321">
            <a:extLst>
              <a:ext uri="{FF2B5EF4-FFF2-40B4-BE49-F238E27FC236}">
                <a16:creationId xmlns:a16="http://schemas.microsoft.com/office/drawing/2014/main" id="{18C523AF-710D-809B-3BB8-EFE548D4A2C4}"/>
              </a:ext>
            </a:extLst>
          </p:cNvPr>
          <p:cNvGrpSpPr/>
          <p:nvPr/>
        </p:nvGrpSpPr>
        <p:grpSpPr>
          <a:xfrm>
            <a:off x="1593850" y="4789437"/>
            <a:ext cx="2939910" cy="4294237"/>
            <a:chOff x="1658541" y="4588131"/>
            <a:chExt cx="3025560" cy="4419344"/>
          </a:xfrm>
        </p:grpSpPr>
        <p:pic>
          <p:nvPicPr>
            <p:cNvPr id="37" name="图片 89">
              <a:extLst>
                <a:ext uri="{FF2B5EF4-FFF2-40B4-BE49-F238E27FC236}">
                  <a16:creationId xmlns:a16="http://schemas.microsoft.com/office/drawing/2014/main" id="{1DC89A4D-2814-580F-82FA-0948ED8BEE15}"/>
                </a:ext>
              </a:extLst>
            </p:cNvPr>
            <p:cNvPicPr>
              <a:picLocks noChangeAspect="1"/>
            </p:cNvPicPr>
            <p:nvPr/>
          </p:nvPicPr>
          <p:blipFill>
            <a:blip r:embed="rId17">
              <a:extLst>
                <a:ext uri="{28A0092B-C50C-407E-A947-70E740481C1C}">
                  <a14:useLocalDpi xmlns:a14="http://schemas.microsoft.com/office/drawing/2010/main" val="0"/>
                </a:ext>
              </a:extLst>
            </a:blip>
            <a:srcRect t="13140" b="2560"/>
            <a:stretch>
              <a:fillRect/>
            </a:stretch>
          </p:blipFill>
          <p:spPr>
            <a:xfrm>
              <a:off x="1990375" y="4861855"/>
              <a:ext cx="2271800" cy="4145620"/>
            </a:xfrm>
            <a:custGeom>
              <a:avLst/>
              <a:gdLst/>
              <a:ahLst/>
              <a:cxnLst>
                <a:cxn ang="0">
                  <a:pos x="wd2" y="hd2"/>
                </a:cxn>
                <a:cxn ang="5400000">
                  <a:pos x="wd2" y="hd2"/>
                </a:cxn>
                <a:cxn ang="10800000">
                  <a:pos x="wd2" y="hd2"/>
                </a:cxn>
                <a:cxn ang="16200000">
                  <a:pos x="wd2" y="hd2"/>
                </a:cxn>
              </a:cxnLst>
              <a:rect l="0" t="0" r="r" b="b"/>
              <a:pathLst>
                <a:path w="21600" h="21600" extrusionOk="0">
                  <a:moveTo>
                    <a:pt x="1380" y="0"/>
                  </a:moveTo>
                  <a:cubicBezTo>
                    <a:pt x="618" y="0"/>
                    <a:pt x="0" y="301"/>
                    <a:pt x="0" y="672"/>
                  </a:cubicBezTo>
                  <a:lnTo>
                    <a:pt x="0" y="20928"/>
                  </a:lnTo>
                  <a:cubicBezTo>
                    <a:pt x="0" y="21299"/>
                    <a:pt x="618" y="21600"/>
                    <a:pt x="1380" y="21600"/>
                  </a:cubicBezTo>
                  <a:lnTo>
                    <a:pt x="20220" y="21600"/>
                  </a:lnTo>
                  <a:cubicBezTo>
                    <a:pt x="20982" y="21600"/>
                    <a:pt x="21600" y="21299"/>
                    <a:pt x="21600" y="20928"/>
                  </a:cubicBezTo>
                  <a:lnTo>
                    <a:pt x="21600" y="672"/>
                  </a:lnTo>
                  <a:cubicBezTo>
                    <a:pt x="21600" y="301"/>
                    <a:pt x="20982" y="0"/>
                    <a:pt x="20220" y="0"/>
                  </a:cubicBezTo>
                  <a:lnTo>
                    <a:pt x="1380" y="0"/>
                  </a:lnTo>
                  <a:close/>
                </a:path>
              </a:pathLst>
            </a:custGeom>
            <a:ln w="12700" cap="flat">
              <a:noFill/>
              <a:miter lim="400000"/>
            </a:ln>
            <a:effectLst/>
          </p:spPr>
        </p:pic>
        <p:pic>
          <p:nvPicPr>
            <p:cNvPr id="267" name="Picture 2">
              <a:extLst>
                <a:ext uri="{FF2B5EF4-FFF2-40B4-BE49-F238E27FC236}">
                  <a16:creationId xmlns:a16="http://schemas.microsoft.com/office/drawing/2014/main" id="{CF93795C-BEB3-F86B-6E70-AB8130391F3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939282" y="5611836"/>
              <a:ext cx="4412652" cy="2365241"/>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43" name="Picture 75_1">
              <a:extLst>
                <a:ext uri="{FF2B5EF4-FFF2-40B4-BE49-F238E27FC236}">
                  <a16:creationId xmlns:a16="http://schemas.microsoft.com/office/drawing/2014/main" id="{57A52B4C-5A03-3F46-C327-6306FCF8C0C2}"/>
                </a:ext>
              </a:extLst>
            </p:cNvPr>
            <p:cNvPicPr>
              <a:picLocks noChangeAspect="1"/>
            </p:cNvPicPr>
            <p:nvPr/>
          </p:nvPicPr>
          <p:blipFill>
            <a:blip r:embed="rId18">
              <a:extLst>
                <a:ext uri="{28A0092B-C50C-407E-A947-70E740481C1C}">
                  <a14:useLocalDpi xmlns:a14="http://schemas.microsoft.com/office/drawing/2010/main" val="0"/>
                </a:ext>
              </a:extLst>
            </a:blip>
            <a:srcRect l="1287" r="1287"/>
            <a:stretch/>
          </p:blipFill>
          <p:spPr>
            <a:xfrm>
              <a:off x="1658541" y="7861622"/>
              <a:ext cx="3025560" cy="989014"/>
            </a:xfrm>
            <a:custGeom>
              <a:avLst/>
              <a:gdLst/>
              <a:ahLst/>
              <a:cxnLst>
                <a:cxn ang="0">
                  <a:pos x="wd2" y="hd2"/>
                </a:cxn>
                <a:cxn ang="5400000">
                  <a:pos x="wd2" y="hd2"/>
                </a:cxn>
                <a:cxn ang="10800000">
                  <a:pos x="wd2" y="hd2"/>
                </a:cxn>
                <a:cxn ang="16200000">
                  <a:pos x="wd2" y="hd2"/>
                </a:cxn>
              </a:cxnLst>
              <a:rect l="0" t="0" r="r" b="b"/>
              <a:pathLst>
                <a:path w="21600" h="21600" extrusionOk="0">
                  <a:moveTo>
                    <a:pt x="1404" y="0"/>
                  </a:moveTo>
                  <a:cubicBezTo>
                    <a:pt x="629" y="0"/>
                    <a:pt x="0" y="1924"/>
                    <a:pt x="0" y="4295"/>
                  </a:cubicBezTo>
                  <a:lnTo>
                    <a:pt x="0" y="17315"/>
                  </a:lnTo>
                  <a:cubicBezTo>
                    <a:pt x="0" y="19686"/>
                    <a:pt x="629" y="21600"/>
                    <a:pt x="1404" y="21600"/>
                  </a:cubicBezTo>
                  <a:lnTo>
                    <a:pt x="20196" y="21600"/>
                  </a:lnTo>
                  <a:cubicBezTo>
                    <a:pt x="20971" y="21600"/>
                    <a:pt x="21600" y="19686"/>
                    <a:pt x="21600" y="17315"/>
                  </a:cubicBezTo>
                  <a:lnTo>
                    <a:pt x="21600" y="4295"/>
                  </a:lnTo>
                  <a:cubicBezTo>
                    <a:pt x="21600" y="1924"/>
                    <a:pt x="20971" y="0"/>
                    <a:pt x="20196" y="0"/>
                  </a:cubicBezTo>
                  <a:lnTo>
                    <a:pt x="1404" y="0"/>
                  </a:lnTo>
                  <a:close/>
                </a:path>
              </a:pathLst>
            </a:custGeom>
            <a:ln w="12700" cap="flat">
              <a:solidFill>
                <a:srgbClr val="32C275"/>
              </a:solidFill>
              <a:miter lim="400000"/>
            </a:ln>
            <a:effectLst/>
          </p:spPr>
        </p:pic>
      </p:grpSp>
      <p:grpSp>
        <p:nvGrpSpPr>
          <p:cNvPr id="318" name="组合 317">
            <a:extLst>
              <a:ext uri="{FF2B5EF4-FFF2-40B4-BE49-F238E27FC236}">
                <a16:creationId xmlns:a16="http://schemas.microsoft.com/office/drawing/2014/main" id="{72E4B9FD-4603-4D82-2A06-3EA72D922CD4}"/>
              </a:ext>
            </a:extLst>
          </p:cNvPr>
          <p:cNvGrpSpPr/>
          <p:nvPr/>
        </p:nvGrpSpPr>
        <p:grpSpPr>
          <a:xfrm>
            <a:off x="13938250" y="7280321"/>
            <a:ext cx="4800600" cy="1978650"/>
            <a:chOff x="13785850" y="7943225"/>
            <a:chExt cx="4800600" cy="1978650"/>
          </a:xfrm>
        </p:grpSpPr>
        <p:sp>
          <p:nvSpPr>
            <p:cNvPr id="269" name="圆角矩形 268">
              <a:extLst>
                <a:ext uri="{FF2B5EF4-FFF2-40B4-BE49-F238E27FC236}">
                  <a16:creationId xmlns:a16="http://schemas.microsoft.com/office/drawing/2014/main" id="{88569C8D-F3AB-80B7-595E-2FB87B9FAFBA}"/>
                </a:ext>
              </a:extLst>
            </p:cNvPr>
            <p:cNvSpPr/>
            <p:nvPr/>
          </p:nvSpPr>
          <p:spPr>
            <a:xfrm>
              <a:off x="14436840" y="7944339"/>
              <a:ext cx="1601610"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70" name="图形 269" descr="放大镜 纯色填充">
              <a:extLst>
                <a:ext uri="{FF2B5EF4-FFF2-40B4-BE49-F238E27FC236}">
                  <a16:creationId xmlns:a16="http://schemas.microsoft.com/office/drawing/2014/main" id="{FC544589-08E8-AFF7-6E63-1F7E77CE2CB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4400292" y="7979722"/>
              <a:ext cx="221306" cy="191572"/>
            </a:xfrm>
            <a:prstGeom prst="rect">
              <a:avLst/>
            </a:prstGeom>
          </p:spPr>
        </p:pic>
        <p:sp>
          <p:nvSpPr>
            <p:cNvPr id="271" name="文本框 270">
              <a:extLst>
                <a:ext uri="{FF2B5EF4-FFF2-40B4-BE49-F238E27FC236}">
                  <a16:creationId xmlns:a16="http://schemas.microsoft.com/office/drawing/2014/main" id="{53B32F99-F1A0-3ABD-0B7D-CC4061D27A42}"/>
                </a:ext>
              </a:extLst>
            </p:cNvPr>
            <p:cNvSpPr txBox="1"/>
            <p:nvPr/>
          </p:nvSpPr>
          <p:spPr>
            <a:xfrm>
              <a:off x="14626209" y="7944802"/>
              <a:ext cx="1788345"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zh-CN" altLang="en-US" sz="1200" dirty="0">
                  <a:solidFill>
                    <a:schemeClr val="tx1">
                      <a:lumMod val="85000"/>
                      <a:lumOff val="15000"/>
                    </a:schemeClr>
                  </a:solidFill>
                </a:rPr>
                <a:t>奔驰</a:t>
              </a:r>
              <a:r>
                <a:rPr lang="en" altLang="zh-CN" sz="1200" dirty="0">
                  <a:solidFill>
                    <a:schemeClr val="tx1">
                      <a:lumMod val="85000"/>
                      <a:lumOff val="15000"/>
                    </a:schemeClr>
                  </a:solidFill>
                </a:rPr>
                <a:t>CLE</a:t>
              </a:r>
              <a:r>
                <a:rPr lang="zh-CN" altLang="en-US" sz="1200" dirty="0">
                  <a:solidFill>
                    <a:schemeClr val="tx1">
                      <a:lumMod val="85000"/>
                      <a:lumOff val="15000"/>
                    </a:schemeClr>
                  </a:solidFill>
                </a:rPr>
                <a:t>落地价</a:t>
              </a:r>
            </a:p>
          </p:txBody>
        </p:sp>
        <p:sp>
          <p:nvSpPr>
            <p:cNvPr id="272" name="圆角矩形 271">
              <a:extLst>
                <a:ext uri="{FF2B5EF4-FFF2-40B4-BE49-F238E27FC236}">
                  <a16:creationId xmlns:a16="http://schemas.microsoft.com/office/drawing/2014/main" id="{89B7DD38-5D77-82C0-0C83-FEED31DD8A82}"/>
                </a:ext>
              </a:extLst>
            </p:cNvPr>
            <p:cNvSpPr/>
            <p:nvPr/>
          </p:nvSpPr>
          <p:spPr>
            <a:xfrm>
              <a:off x="13907517" y="8400425"/>
              <a:ext cx="3253664"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73" name="图形 272" descr="放大镜 纯色填充">
              <a:extLst>
                <a:ext uri="{FF2B5EF4-FFF2-40B4-BE49-F238E27FC236}">
                  <a16:creationId xmlns:a16="http://schemas.microsoft.com/office/drawing/2014/main" id="{36BF5084-B504-88BC-2972-ACEC1D085B6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785850" y="8435809"/>
              <a:ext cx="221306" cy="191572"/>
            </a:xfrm>
            <a:prstGeom prst="rect">
              <a:avLst/>
            </a:prstGeom>
          </p:spPr>
        </p:pic>
        <p:sp>
          <p:nvSpPr>
            <p:cNvPr id="274" name="文本框 273">
              <a:extLst>
                <a:ext uri="{FF2B5EF4-FFF2-40B4-BE49-F238E27FC236}">
                  <a16:creationId xmlns:a16="http://schemas.microsoft.com/office/drawing/2014/main" id="{49F4DCB0-A8AD-B3E4-38BD-0ADEC627376B}"/>
                </a:ext>
              </a:extLst>
            </p:cNvPr>
            <p:cNvSpPr txBox="1"/>
            <p:nvPr/>
          </p:nvSpPr>
          <p:spPr>
            <a:xfrm>
              <a:off x="14077990" y="8400888"/>
              <a:ext cx="3073647"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zh-CN" altLang="en-US" sz="1200" dirty="0">
                  <a:solidFill>
                    <a:schemeClr val="tx1">
                      <a:lumMod val="85000"/>
                      <a:lumOff val="15000"/>
                    </a:schemeClr>
                  </a:solidFill>
                </a:rPr>
                <a:t>沃尔沃</a:t>
              </a:r>
              <a:r>
                <a:rPr lang="en" altLang="zh-CN" sz="1200" dirty="0">
                  <a:solidFill>
                    <a:schemeClr val="tx1">
                      <a:lumMod val="85000"/>
                      <a:lumOff val="15000"/>
                    </a:schemeClr>
                  </a:solidFill>
                </a:rPr>
                <a:t>XC60</a:t>
              </a:r>
              <a:r>
                <a:rPr lang="zh-CN" altLang="en-US" sz="1200" dirty="0">
                  <a:solidFill>
                    <a:schemeClr val="tx1">
                      <a:lumMod val="85000"/>
                      <a:lumOff val="15000"/>
                    </a:schemeClr>
                  </a:solidFill>
                </a:rPr>
                <a:t> 和理想</a:t>
              </a:r>
              <a:r>
                <a:rPr lang="en" altLang="zh-CN" sz="1200" dirty="0">
                  <a:solidFill>
                    <a:schemeClr val="tx1">
                      <a:lumMod val="85000"/>
                      <a:lumOff val="15000"/>
                    </a:schemeClr>
                  </a:solidFill>
                </a:rPr>
                <a:t>L8</a:t>
              </a:r>
              <a:r>
                <a:rPr lang="zh-CN" altLang="en-US" sz="1200" dirty="0">
                  <a:solidFill>
                    <a:schemeClr val="tx1">
                      <a:lumMod val="85000"/>
                      <a:lumOff val="15000"/>
                    </a:schemeClr>
                  </a:solidFill>
                </a:rPr>
                <a:t> 哪个更适合家用</a:t>
              </a:r>
            </a:p>
          </p:txBody>
        </p:sp>
        <p:sp>
          <p:nvSpPr>
            <p:cNvPr id="275" name="圆角矩形 274">
              <a:extLst>
                <a:ext uri="{FF2B5EF4-FFF2-40B4-BE49-F238E27FC236}">
                  <a16:creationId xmlns:a16="http://schemas.microsoft.com/office/drawing/2014/main" id="{9C2773EB-CF03-7D77-A5D6-BDDF3EE786F1}"/>
                </a:ext>
              </a:extLst>
            </p:cNvPr>
            <p:cNvSpPr/>
            <p:nvPr/>
          </p:nvSpPr>
          <p:spPr>
            <a:xfrm>
              <a:off x="15168916" y="8831941"/>
              <a:ext cx="1707217"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76" name="图形 275" descr="放大镜 纯色填充">
              <a:extLst>
                <a:ext uri="{FF2B5EF4-FFF2-40B4-BE49-F238E27FC236}">
                  <a16:creationId xmlns:a16="http://schemas.microsoft.com/office/drawing/2014/main" id="{496E9ADF-296B-63E2-BA29-F929577CDD4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5126927" y="8867325"/>
              <a:ext cx="221306" cy="191572"/>
            </a:xfrm>
            <a:prstGeom prst="rect">
              <a:avLst/>
            </a:prstGeom>
          </p:spPr>
        </p:pic>
        <p:sp>
          <p:nvSpPr>
            <p:cNvPr id="277" name="文本框 276">
              <a:extLst>
                <a:ext uri="{FF2B5EF4-FFF2-40B4-BE49-F238E27FC236}">
                  <a16:creationId xmlns:a16="http://schemas.microsoft.com/office/drawing/2014/main" id="{A0CAD5CF-97A8-F354-526C-E9DF97591361}"/>
                </a:ext>
              </a:extLst>
            </p:cNvPr>
            <p:cNvSpPr txBox="1"/>
            <p:nvPr/>
          </p:nvSpPr>
          <p:spPr>
            <a:xfrm>
              <a:off x="15332292" y="8832404"/>
              <a:ext cx="1389479"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en" altLang="zh-CN" sz="1200" dirty="0">
                  <a:solidFill>
                    <a:schemeClr val="tx1">
                      <a:lumMod val="85000"/>
                      <a:lumOff val="15000"/>
                    </a:schemeClr>
                  </a:solidFill>
                </a:rPr>
                <a:t>Id3</a:t>
              </a:r>
              <a:r>
                <a:rPr lang="zh-CN" altLang="en-US" sz="1200" dirty="0">
                  <a:solidFill>
                    <a:schemeClr val="tx1">
                      <a:lumMod val="85000"/>
                      <a:lumOff val="15000"/>
                    </a:schemeClr>
                  </a:solidFill>
                </a:rPr>
                <a:t> 和海豚选哪个</a:t>
              </a:r>
            </a:p>
          </p:txBody>
        </p:sp>
        <p:sp>
          <p:nvSpPr>
            <p:cNvPr id="278" name="圆角矩形 277">
              <a:extLst>
                <a:ext uri="{FF2B5EF4-FFF2-40B4-BE49-F238E27FC236}">
                  <a16:creationId xmlns:a16="http://schemas.microsoft.com/office/drawing/2014/main" id="{FB1740C9-DDB4-F091-1A0C-6AC05B569199}"/>
                </a:ext>
              </a:extLst>
            </p:cNvPr>
            <p:cNvSpPr/>
            <p:nvPr/>
          </p:nvSpPr>
          <p:spPr>
            <a:xfrm>
              <a:off x="14972300" y="9639252"/>
              <a:ext cx="1735558"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79" name="图形 278" descr="放大镜 纯色填充">
              <a:extLst>
                <a:ext uri="{FF2B5EF4-FFF2-40B4-BE49-F238E27FC236}">
                  <a16:creationId xmlns:a16="http://schemas.microsoft.com/office/drawing/2014/main" id="{AB88754D-EB4F-3A6A-8B79-80702793463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4928850" y="9674636"/>
              <a:ext cx="221306" cy="191572"/>
            </a:xfrm>
            <a:prstGeom prst="rect">
              <a:avLst/>
            </a:prstGeom>
          </p:spPr>
        </p:pic>
        <p:sp>
          <p:nvSpPr>
            <p:cNvPr id="280" name="文本框 279">
              <a:extLst>
                <a:ext uri="{FF2B5EF4-FFF2-40B4-BE49-F238E27FC236}">
                  <a16:creationId xmlns:a16="http://schemas.microsoft.com/office/drawing/2014/main" id="{174008E6-1F50-EA58-4C8B-7C1BA1760679}"/>
                </a:ext>
              </a:extLst>
            </p:cNvPr>
            <p:cNvSpPr txBox="1"/>
            <p:nvPr/>
          </p:nvSpPr>
          <p:spPr>
            <a:xfrm>
              <a:off x="15118266" y="9639717"/>
              <a:ext cx="1480837"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zh-CN" altLang="en-US" sz="1200">
                  <a:solidFill>
                    <a:schemeClr val="tx1">
                      <a:lumMod val="85000"/>
                      <a:lumOff val="15000"/>
                    </a:schemeClr>
                  </a:solidFill>
                </a:rPr>
                <a:t>精灵</a:t>
              </a:r>
              <a:r>
                <a:rPr lang="en-US" altLang="zh-CN" sz="1200" dirty="0">
                  <a:solidFill>
                    <a:schemeClr val="tx1">
                      <a:lumMod val="85000"/>
                      <a:lumOff val="15000"/>
                    </a:schemeClr>
                  </a:solidFill>
                </a:rPr>
                <a:t>1</a:t>
              </a:r>
              <a:r>
                <a:rPr lang="zh-CN" altLang="en-US" sz="1200">
                  <a:solidFill>
                    <a:schemeClr val="tx1">
                      <a:lumMod val="85000"/>
                      <a:lumOff val="15000"/>
                    </a:schemeClr>
                  </a:solidFill>
                </a:rPr>
                <a:t>号和</a:t>
              </a:r>
              <a:r>
                <a:rPr lang="en-US" altLang="zh-CN" sz="1200" dirty="0">
                  <a:solidFill>
                    <a:schemeClr val="tx1">
                      <a:lumMod val="85000"/>
                      <a:lumOff val="15000"/>
                    </a:schemeClr>
                  </a:solidFill>
                </a:rPr>
                <a:t>3</a:t>
              </a:r>
              <a:r>
                <a:rPr lang="zh-CN" altLang="en-US" sz="1200" dirty="0">
                  <a:solidFill>
                    <a:schemeClr val="tx1">
                      <a:lumMod val="85000"/>
                      <a:lumOff val="15000"/>
                    </a:schemeClr>
                  </a:solidFill>
                </a:rPr>
                <a:t>号对比</a:t>
              </a:r>
            </a:p>
          </p:txBody>
        </p:sp>
        <p:sp>
          <p:nvSpPr>
            <p:cNvPr id="281" name="圆角矩形 280">
              <a:extLst>
                <a:ext uri="{FF2B5EF4-FFF2-40B4-BE49-F238E27FC236}">
                  <a16:creationId xmlns:a16="http://schemas.microsoft.com/office/drawing/2014/main" id="{3F0333E7-802F-492C-CD52-FC8DECFA5F12}"/>
                </a:ext>
              </a:extLst>
            </p:cNvPr>
            <p:cNvSpPr/>
            <p:nvPr/>
          </p:nvSpPr>
          <p:spPr>
            <a:xfrm>
              <a:off x="16043479" y="7943225"/>
              <a:ext cx="1962335"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82" name="图形 281" descr="放大镜 纯色填充">
              <a:extLst>
                <a:ext uri="{FF2B5EF4-FFF2-40B4-BE49-F238E27FC236}">
                  <a16:creationId xmlns:a16="http://schemas.microsoft.com/office/drawing/2014/main" id="{C08E14B8-85A3-35CB-7DFD-FE8C1BEB444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5991493" y="7978609"/>
              <a:ext cx="221306" cy="191572"/>
            </a:xfrm>
            <a:prstGeom prst="rect">
              <a:avLst/>
            </a:prstGeom>
          </p:spPr>
        </p:pic>
        <p:sp>
          <p:nvSpPr>
            <p:cNvPr id="283" name="文本框 282">
              <a:extLst>
                <a:ext uri="{FF2B5EF4-FFF2-40B4-BE49-F238E27FC236}">
                  <a16:creationId xmlns:a16="http://schemas.microsoft.com/office/drawing/2014/main" id="{9C1B5560-BE4B-07CF-ABDD-9488F23A593A}"/>
                </a:ext>
              </a:extLst>
            </p:cNvPr>
            <p:cNvSpPr txBox="1"/>
            <p:nvPr/>
          </p:nvSpPr>
          <p:spPr>
            <a:xfrm>
              <a:off x="16216897" y="7943688"/>
              <a:ext cx="1778370"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en-US" altLang="zh-CN" sz="1200" dirty="0">
                  <a:solidFill>
                    <a:schemeClr val="tx1">
                      <a:lumMod val="85000"/>
                      <a:lumOff val="15000"/>
                    </a:schemeClr>
                  </a:solidFill>
                </a:rPr>
                <a:t>MINI</a:t>
              </a:r>
              <a:r>
                <a:rPr lang="zh-CN" altLang="en-US" sz="1200" dirty="0">
                  <a:solidFill>
                    <a:schemeClr val="tx1">
                      <a:lumMod val="85000"/>
                      <a:lumOff val="15000"/>
                    </a:schemeClr>
                  </a:solidFill>
                </a:rPr>
                <a:t>电车赛车手红色</a:t>
              </a:r>
            </a:p>
          </p:txBody>
        </p:sp>
        <p:sp>
          <p:nvSpPr>
            <p:cNvPr id="284" name="圆角矩形 283">
              <a:extLst>
                <a:ext uri="{FF2B5EF4-FFF2-40B4-BE49-F238E27FC236}">
                  <a16:creationId xmlns:a16="http://schemas.microsoft.com/office/drawing/2014/main" id="{C6B31064-22B9-E69D-976B-E74C27419A67}"/>
                </a:ext>
              </a:extLst>
            </p:cNvPr>
            <p:cNvSpPr/>
            <p:nvPr/>
          </p:nvSpPr>
          <p:spPr>
            <a:xfrm>
              <a:off x="14198698" y="9260802"/>
              <a:ext cx="1571517"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85" name="图形 284" descr="放大镜 纯色填充">
              <a:extLst>
                <a:ext uri="{FF2B5EF4-FFF2-40B4-BE49-F238E27FC236}">
                  <a16:creationId xmlns:a16="http://schemas.microsoft.com/office/drawing/2014/main" id="{97A51F83-90D8-D354-F3A5-D2AEED25B38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4166850" y="9296186"/>
              <a:ext cx="221306" cy="191572"/>
            </a:xfrm>
            <a:prstGeom prst="rect">
              <a:avLst/>
            </a:prstGeom>
          </p:spPr>
        </p:pic>
        <p:sp>
          <p:nvSpPr>
            <p:cNvPr id="286" name="文本框 285">
              <a:extLst>
                <a:ext uri="{FF2B5EF4-FFF2-40B4-BE49-F238E27FC236}">
                  <a16:creationId xmlns:a16="http://schemas.microsoft.com/office/drawing/2014/main" id="{764BCD69-84BF-C8EA-DB7E-B7AA4D97534E}"/>
                </a:ext>
              </a:extLst>
            </p:cNvPr>
            <p:cNvSpPr txBox="1"/>
            <p:nvPr/>
          </p:nvSpPr>
          <p:spPr>
            <a:xfrm>
              <a:off x="14365797" y="9261265"/>
              <a:ext cx="1264864"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zh-CN" altLang="en-US" sz="1200" dirty="0">
                  <a:solidFill>
                    <a:schemeClr val="tx1">
                      <a:lumMod val="85000"/>
                      <a:lumOff val="15000"/>
                    </a:schemeClr>
                  </a:solidFill>
                </a:rPr>
                <a:t>吉利星愿配置表</a:t>
              </a:r>
            </a:p>
          </p:txBody>
        </p:sp>
        <p:sp>
          <p:nvSpPr>
            <p:cNvPr id="287" name="圆角矩形 286">
              <a:extLst>
                <a:ext uri="{FF2B5EF4-FFF2-40B4-BE49-F238E27FC236}">
                  <a16:creationId xmlns:a16="http://schemas.microsoft.com/office/drawing/2014/main" id="{9EF01BE5-CBC6-A90F-2703-F8CF2F6083E9}"/>
                </a:ext>
              </a:extLst>
            </p:cNvPr>
            <p:cNvSpPr/>
            <p:nvPr/>
          </p:nvSpPr>
          <p:spPr>
            <a:xfrm>
              <a:off x="16895244" y="8956002"/>
              <a:ext cx="1691206"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88" name="图形 287" descr="放大镜 纯色填充">
              <a:extLst>
                <a:ext uri="{FF2B5EF4-FFF2-40B4-BE49-F238E27FC236}">
                  <a16:creationId xmlns:a16="http://schemas.microsoft.com/office/drawing/2014/main" id="{74E6C752-18E5-CC3F-4C7A-DD78AC1A3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857230" y="8991386"/>
              <a:ext cx="221306" cy="191572"/>
            </a:xfrm>
            <a:prstGeom prst="rect">
              <a:avLst/>
            </a:prstGeom>
          </p:spPr>
        </p:pic>
        <p:sp>
          <p:nvSpPr>
            <p:cNvPr id="289" name="文本框 288">
              <a:extLst>
                <a:ext uri="{FF2B5EF4-FFF2-40B4-BE49-F238E27FC236}">
                  <a16:creationId xmlns:a16="http://schemas.microsoft.com/office/drawing/2014/main" id="{279D7F07-76F8-CF50-E354-03635FAFD1E3}"/>
                </a:ext>
              </a:extLst>
            </p:cNvPr>
            <p:cNvSpPr txBox="1"/>
            <p:nvPr/>
          </p:nvSpPr>
          <p:spPr>
            <a:xfrm>
              <a:off x="17064135" y="8956466"/>
              <a:ext cx="1419369"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zh-CN" altLang="en-US" sz="1200" dirty="0">
                  <a:solidFill>
                    <a:schemeClr val="tx1">
                      <a:lumMod val="85000"/>
                      <a:lumOff val="15000"/>
                    </a:schemeClr>
                  </a:solidFill>
                </a:rPr>
                <a:t>领克</a:t>
              </a:r>
              <a:r>
                <a:rPr lang="en-US" altLang="zh-CN" sz="1200" dirty="0">
                  <a:solidFill>
                    <a:schemeClr val="tx1">
                      <a:lumMod val="85000"/>
                      <a:lumOff val="15000"/>
                    </a:schemeClr>
                  </a:solidFill>
                </a:rPr>
                <a:t>z1011</a:t>
              </a:r>
              <a:r>
                <a:rPr lang="zh-CN" altLang="en-US" sz="1200" dirty="0">
                  <a:solidFill>
                    <a:schemeClr val="tx1">
                      <a:lumMod val="85000"/>
                      <a:lumOff val="15000"/>
                    </a:schemeClr>
                  </a:solidFill>
                </a:rPr>
                <a:t>月权益</a:t>
              </a:r>
            </a:p>
          </p:txBody>
        </p:sp>
        <p:sp>
          <p:nvSpPr>
            <p:cNvPr id="290" name="圆角矩形 289">
              <a:extLst>
                <a:ext uri="{FF2B5EF4-FFF2-40B4-BE49-F238E27FC236}">
                  <a16:creationId xmlns:a16="http://schemas.microsoft.com/office/drawing/2014/main" id="{BE316A7E-5CEA-DFE0-558B-31AFA8F472A7}"/>
                </a:ext>
              </a:extLst>
            </p:cNvPr>
            <p:cNvSpPr/>
            <p:nvPr/>
          </p:nvSpPr>
          <p:spPr>
            <a:xfrm>
              <a:off x="16488032" y="9365050"/>
              <a:ext cx="2011084" cy="282623"/>
            </a:xfrm>
            <a:prstGeom prst="roundRect">
              <a:avLst>
                <a:gd name="adj" fmla="val 5000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solidFill>
                  <a:schemeClr val="tx1">
                    <a:lumMod val="85000"/>
                    <a:lumOff val="15000"/>
                  </a:schemeClr>
                </a:solidFill>
                <a:latin typeface="FZVariable-LanTingHeiK Normal" panose="02000600000000000000" pitchFamily="2" charset="-122"/>
                <a:ea typeface="FZVariable-LanTingHeiK Normal" panose="02000600000000000000" pitchFamily="2" charset="-122"/>
              </a:endParaRPr>
            </a:p>
          </p:txBody>
        </p:sp>
        <p:pic>
          <p:nvPicPr>
            <p:cNvPr id="291" name="图形 290" descr="放大镜 纯色填充">
              <a:extLst>
                <a:ext uri="{FF2B5EF4-FFF2-40B4-BE49-F238E27FC236}">
                  <a16:creationId xmlns:a16="http://schemas.microsoft.com/office/drawing/2014/main" id="{E6F14200-CA59-23F2-8A74-C291E82D8D4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433535" y="9400434"/>
              <a:ext cx="221306" cy="191572"/>
            </a:xfrm>
            <a:prstGeom prst="rect">
              <a:avLst/>
            </a:prstGeom>
          </p:spPr>
        </p:pic>
        <p:sp>
          <p:nvSpPr>
            <p:cNvPr id="292" name="文本框 291">
              <a:extLst>
                <a:ext uri="{FF2B5EF4-FFF2-40B4-BE49-F238E27FC236}">
                  <a16:creationId xmlns:a16="http://schemas.microsoft.com/office/drawing/2014/main" id="{96E15A3B-F66E-48AB-95CD-E445862D5D5F}"/>
                </a:ext>
              </a:extLst>
            </p:cNvPr>
            <p:cNvSpPr txBox="1"/>
            <p:nvPr/>
          </p:nvSpPr>
          <p:spPr>
            <a:xfrm>
              <a:off x="16664159" y="9365513"/>
              <a:ext cx="1879691" cy="276999"/>
            </a:xfrm>
            <a:prstGeom prst="rect">
              <a:avLst/>
            </a:prstGeom>
            <a:noFill/>
          </p:spPr>
          <p:txBody>
            <a:bodyPr wrap="square">
              <a:spAutoFit/>
            </a:bodyPr>
            <a:lstStyle>
              <a:defPPr>
                <a:defRPr lang="en-US"/>
              </a:defPPr>
              <a:lvl1pPr>
                <a:spcBef>
                  <a:spcPts val="630"/>
                </a:spcBef>
                <a:spcAft>
                  <a:spcPts val="630"/>
                </a:spcAft>
                <a:defRPr sz="1000" spc="-105">
                  <a:latin typeface="FZVariable-LanTingHeiK Normal" panose="02000600000000000000" pitchFamily="2" charset="-122"/>
                  <a:ea typeface="FZVariable-LanTingHeiK Normal" panose="02000600000000000000" pitchFamily="2" charset="-122"/>
                  <a:cs typeface="+mj-cs"/>
                </a:defRPr>
              </a:lvl1pPr>
            </a:lstStyle>
            <a:p>
              <a:r>
                <a:rPr lang="zh-CN" altLang="en-US" sz="1200">
                  <a:solidFill>
                    <a:schemeClr val="tx1">
                      <a:lumMod val="85000"/>
                      <a:lumOff val="15000"/>
                    </a:schemeClr>
                  </a:solidFill>
                </a:rPr>
                <a:t>蔚来</a:t>
              </a:r>
              <a:r>
                <a:rPr lang="en-US" altLang="zh-CN" sz="1200" dirty="0">
                  <a:solidFill>
                    <a:schemeClr val="tx1">
                      <a:lumMod val="85000"/>
                      <a:lumOff val="15000"/>
                    </a:schemeClr>
                  </a:solidFill>
                </a:rPr>
                <a:t>ET5</a:t>
              </a:r>
              <a:r>
                <a:rPr lang="zh-CN" altLang="en-US" sz="1200" dirty="0">
                  <a:solidFill>
                    <a:schemeClr val="tx1">
                      <a:lumMod val="85000"/>
                      <a:lumOff val="15000"/>
                    </a:schemeClr>
                  </a:solidFill>
                </a:rPr>
                <a:t>租电还是买断</a:t>
              </a:r>
            </a:p>
          </p:txBody>
        </p:sp>
      </p:grpSp>
      <p:grpSp>
        <p:nvGrpSpPr>
          <p:cNvPr id="305" name="组合 304">
            <a:extLst>
              <a:ext uri="{FF2B5EF4-FFF2-40B4-BE49-F238E27FC236}">
                <a16:creationId xmlns:a16="http://schemas.microsoft.com/office/drawing/2014/main" id="{04714247-DC69-402A-2209-04C3C9F58580}"/>
              </a:ext>
            </a:extLst>
          </p:cNvPr>
          <p:cNvGrpSpPr/>
          <p:nvPr/>
        </p:nvGrpSpPr>
        <p:grpSpPr>
          <a:xfrm>
            <a:off x="14014450" y="6031356"/>
            <a:ext cx="4938710" cy="830997"/>
            <a:chOff x="1891437" y="4798009"/>
            <a:chExt cx="4199093" cy="894916"/>
          </a:xfrm>
        </p:grpSpPr>
        <p:sp>
          <p:nvSpPr>
            <p:cNvPr id="310" name="Rectangle 5">
              <a:extLst>
                <a:ext uri="{FF2B5EF4-FFF2-40B4-BE49-F238E27FC236}">
                  <a16:creationId xmlns:a16="http://schemas.microsoft.com/office/drawing/2014/main" id="{B60FF77F-71C2-C25D-66D0-2F6B27FD2FE3}"/>
                </a:ext>
              </a:extLst>
            </p:cNvPr>
            <p:cNvSpPr>
              <a:spLocks noChangeArrowheads="1"/>
            </p:cNvSpPr>
            <p:nvPr/>
          </p:nvSpPr>
          <p:spPr bwMode="auto">
            <a:xfrm>
              <a:off x="3395724" y="4853841"/>
              <a:ext cx="2694806" cy="629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短周期用户</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搜索相关行为占比</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p:txBody>
        </p:sp>
        <p:sp>
          <p:nvSpPr>
            <p:cNvPr id="311" name="文本框 310">
              <a:extLst>
                <a:ext uri="{FF2B5EF4-FFF2-40B4-BE49-F238E27FC236}">
                  <a16:creationId xmlns:a16="http://schemas.microsoft.com/office/drawing/2014/main" id="{0A75D0A0-3FD7-0B79-EE61-CAE6A96D6DDE}"/>
                </a:ext>
              </a:extLst>
            </p:cNvPr>
            <p:cNvSpPr txBox="1"/>
            <p:nvPr/>
          </p:nvSpPr>
          <p:spPr>
            <a:xfrm>
              <a:off x="1891437" y="4798009"/>
              <a:ext cx="2123440" cy="894916"/>
            </a:xfrm>
            <a:prstGeom prst="rect">
              <a:avLst/>
            </a:prstGeom>
            <a:noFill/>
          </p:spPr>
          <p:txBody>
            <a:bodyPr wrap="square">
              <a:spAutoFit/>
            </a:bodyPr>
            <a:lstStyle/>
            <a:p>
              <a:pPr algn="ctr"/>
              <a:r>
                <a:rPr lang="en-US" altLang="zh-CN" sz="4800" dirty="0">
                  <a:solidFill>
                    <a:srgbClr val="06B851"/>
                  </a:solidFill>
                  <a:latin typeface="FZVariable-LanTingHeiK DemiBold" panose="02000600000000000000" pitchFamily="2" charset="-122"/>
                  <a:ea typeface="FZVariable-LanTingHeiK DemiBold" panose="02000600000000000000" pitchFamily="2" charset="-122"/>
                </a:rPr>
                <a:t>78</a:t>
              </a:r>
              <a:r>
                <a:rPr lang="en-US" altLang="zh-CN" sz="3200" dirty="0">
                  <a:solidFill>
                    <a:srgbClr val="06B851"/>
                  </a:solidFill>
                  <a:latin typeface="FZVariable-LanTingHeiK DemiBold" panose="02000600000000000000" pitchFamily="2" charset="-122"/>
                  <a:ea typeface="FZVariable-LanTingHeiK DemiBold" panose="02000600000000000000" pitchFamily="2" charset="-122"/>
                </a:rPr>
                <a:t>%</a:t>
              </a:r>
              <a:endParaRPr lang="zh-CN" altLang="en-US" sz="4800" dirty="0">
                <a:solidFill>
                  <a:srgbClr val="06B851"/>
                </a:solidFill>
                <a:latin typeface="FZVariable-LanTingHeiK DemiBold" panose="02000600000000000000" pitchFamily="2" charset="-122"/>
                <a:ea typeface="FZVariable-LanTingHeiK DemiBold" panose="02000600000000000000" pitchFamily="2" charset="-122"/>
              </a:endParaRPr>
            </a:p>
          </p:txBody>
        </p:sp>
      </p:grpSp>
      <p:sp>
        <p:nvSpPr>
          <p:cNvPr id="317" name="文本框 316">
            <a:extLst>
              <a:ext uri="{FF2B5EF4-FFF2-40B4-BE49-F238E27FC236}">
                <a16:creationId xmlns:a16="http://schemas.microsoft.com/office/drawing/2014/main" id="{B00C5675-C0A7-5CAC-E3CE-8D69E8844152}"/>
              </a:ext>
            </a:extLst>
          </p:cNvPr>
          <p:cNvSpPr txBox="1"/>
          <p:nvPr/>
        </p:nvSpPr>
        <p:spPr>
          <a:xfrm>
            <a:off x="728508" y="10607911"/>
            <a:ext cx="7418542" cy="738664"/>
          </a:xfrm>
          <a:prstGeom prst="rect">
            <a:avLst/>
          </a:prstGeom>
          <a:noFill/>
        </p:spPr>
        <p:txBody>
          <a:bodyPr wrap="square" rtlCol="0">
            <a:spAutoFit/>
          </a:bodyPr>
          <a:lstStyle/>
          <a:p>
            <a:r>
              <a:rPr lang="en-US" altLang="zh-CN" sz="1400" dirty="0">
                <a:latin typeface="FZVariable-LanTingHeiK Normal" panose="02000600000000000000" pitchFamily="2" charset="-122"/>
                <a:ea typeface="FZVariable-LanTingHeiK Normal" panose="02000600000000000000" pitchFamily="2" charset="-122"/>
              </a:rPr>
              <a:t>*</a:t>
            </a:r>
            <a:r>
              <a:rPr lang="zh-CN" altLang="en-US" sz="1400" dirty="0">
                <a:latin typeface="FZVariable-LanTingHeiK Normal" panose="02000600000000000000" pitchFamily="2" charset="-122"/>
                <a:ea typeface="FZVariable-LanTingHeiK Normal" panose="02000600000000000000" pitchFamily="2" charset="-122"/>
              </a:rPr>
              <a:t>长周期用户指购车决策周期大于</a:t>
            </a:r>
            <a:r>
              <a:rPr lang="en-US" altLang="zh-CN" sz="1400" dirty="0">
                <a:latin typeface="FZVariable-LanTingHeiK Normal" panose="02000600000000000000" pitchFamily="2" charset="-122"/>
                <a:ea typeface="FZVariable-LanTingHeiK Normal" panose="02000600000000000000" pitchFamily="2" charset="-122"/>
              </a:rPr>
              <a:t>90</a:t>
            </a:r>
            <a:r>
              <a:rPr lang="zh-CN" altLang="en-US" sz="1400" dirty="0">
                <a:latin typeface="FZVariable-LanTingHeiK Normal" panose="02000600000000000000" pitchFamily="2" charset="-122"/>
                <a:ea typeface="FZVariable-LanTingHeiK Normal" panose="02000600000000000000" pitchFamily="2" charset="-122"/>
              </a:rPr>
              <a:t>天的用户，短周期用户指购车决策周期小于</a:t>
            </a:r>
            <a:r>
              <a:rPr lang="en-US" altLang="zh-CN" sz="1400" dirty="0">
                <a:latin typeface="FZVariable-LanTingHeiK Normal" panose="02000600000000000000" pitchFamily="2" charset="-122"/>
                <a:ea typeface="FZVariable-LanTingHeiK Normal" panose="02000600000000000000" pitchFamily="2" charset="-122"/>
              </a:rPr>
              <a:t>7</a:t>
            </a:r>
            <a:r>
              <a:rPr lang="zh-CN" altLang="en-US" sz="1400" dirty="0">
                <a:latin typeface="FZVariable-LanTingHeiK Normal" panose="02000600000000000000" pitchFamily="2" charset="-122"/>
                <a:ea typeface="FZVariable-LanTingHeiK Normal" panose="02000600000000000000" pitchFamily="2" charset="-122"/>
              </a:rPr>
              <a:t>天的用户</a:t>
            </a:r>
          </a:p>
          <a:p>
            <a:endParaRPr lang="zh-CN" altLang="en-US" sz="1400" dirty="0">
              <a:latin typeface="FZVariable-LanTingHeiK Normal" panose="02000600000000000000" pitchFamily="2" charset="-122"/>
              <a:ea typeface="FZVariable-LanTingHeiK Normal" panose="02000600000000000000" pitchFamily="2" charset="-122"/>
            </a:endParaRPr>
          </a:p>
          <a:p>
            <a:endParaRPr lang="zh-CN" altLang="en-US" sz="1400" dirty="0">
              <a:latin typeface="FZVariable-LanTingHeiK Normal" panose="02000600000000000000" pitchFamily="2" charset="-122"/>
              <a:ea typeface="FZVariable-LanTingHeiK Normal" panose="02000600000000000000" pitchFamily="2" charset="-122"/>
            </a:endParaRPr>
          </a:p>
        </p:txBody>
      </p:sp>
      <p:grpSp>
        <p:nvGrpSpPr>
          <p:cNvPr id="323" name="组合 322">
            <a:extLst>
              <a:ext uri="{FF2B5EF4-FFF2-40B4-BE49-F238E27FC236}">
                <a16:creationId xmlns:a16="http://schemas.microsoft.com/office/drawing/2014/main" id="{C68F5178-872B-516E-D9E8-209F4691576E}"/>
              </a:ext>
            </a:extLst>
          </p:cNvPr>
          <p:cNvGrpSpPr/>
          <p:nvPr/>
        </p:nvGrpSpPr>
        <p:grpSpPr>
          <a:xfrm>
            <a:off x="5358638" y="5959475"/>
            <a:ext cx="4693563" cy="830997"/>
            <a:chOff x="5480100" y="6500078"/>
            <a:chExt cx="4693563" cy="830997"/>
          </a:xfrm>
        </p:grpSpPr>
        <p:sp>
          <p:nvSpPr>
            <p:cNvPr id="132" name="文本框 131">
              <a:extLst>
                <a:ext uri="{FF2B5EF4-FFF2-40B4-BE49-F238E27FC236}">
                  <a16:creationId xmlns:a16="http://schemas.microsoft.com/office/drawing/2014/main" id="{EA144D29-E3C7-3F09-A63F-DE431BF0D877}"/>
                </a:ext>
              </a:extLst>
            </p:cNvPr>
            <p:cNvSpPr txBox="1"/>
            <p:nvPr/>
          </p:nvSpPr>
          <p:spPr>
            <a:xfrm>
              <a:off x="5480100" y="6500078"/>
              <a:ext cx="1982279" cy="830997"/>
            </a:xfrm>
            <a:prstGeom prst="rect">
              <a:avLst/>
            </a:prstGeom>
            <a:noFill/>
          </p:spPr>
          <p:txBody>
            <a:bodyPr wrap="square">
              <a:spAutoFit/>
            </a:bodyPr>
            <a:lstStyle/>
            <a:p>
              <a:pPr algn="ctr"/>
              <a:r>
                <a:rPr lang="en-US" altLang="zh-CN" sz="4800" dirty="0">
                  <a:solidFill>
                    <a:srgbClr val="06B851"/>
                  </a:solidFill>
                  <a:latin typeface="FZVariable-LanTingHeiK DemiBold" panose="02000600000000000000" pitchFamily="2" charset="-122"/>
                  <a:ea typeface="FZVariable-LanTingHeiK DemiBold" panose="02000600000000000000" pitchFamily="2" charset="-122"/>
                </a:rPr>
                <a:t>77</a:t>
              </a:r>
              <a:r>
                <a:rPr lang="en-US" altLang="zh-CN" sz="2800" dirty="0">
                  <a:solidFill>
                    <a:srgbClr val="06B851"/>
                  </a:solidFill>
                  <a:latin typeface="FZVariable-LanTingHeiK DemiBold" panose="02000600000000000000" pitchFamily="2" charset="-122"/>
                  <a:ea typeface="FZVariable-LanTingHeiK DemiBold" panose="02000600000000000000" pitchFamily="2" charset="-122"/>
                </a:rPr>
                <a:t>%</a:t>
              </a:r>
              <a:endParaRPr lang="zh-CN" altLang="en-US" sz="2800" dirty="0">
                <a:solidFill>
                  <a:srgbClr val="06B851"/>
                </a:solidFill>
                <a:latin typeface="FZVariable-LanTingHeiK DemiBold" panose="02000600000000000000" pitchFamily="2" charset="-122"/>
                <a:ea typeface="FZVariable-LanTingHeiK DemiBold" panose="02000600000000000000" pitchFamily="2" charset="-122"/>
              </a:endParaRPr>
            </a:p>
          </p:txBody>
        </p:sp>
        <p:sp>
          <p:nvSpPr>
            <p:cNvPr id="320" name="Rectangle 5">
              <a:extLst>
                <a:ext uri="{FF2B5EF4-FFF2-40B4-BE49-F238E27FC236}">
                  <a16:creationId xmlns:a16="http://schemas.microsoft.com/office/drawing/2014/main" id="{ECC33B41-56ED-962E-8D62-4E28028BFC36}"/>
                </a:ext>
              </a:extLst>
            </p:cNvPr>
            <p:cNvSpPr>
              <a:spLocks noChangeArrowheads="1"/>
            </p:cNvSpPr>
            <p:nvPr/>
          </p:nvSpPr>
          <p:spPr bwMode="auto">
            <a:xfrm>
              <a:off x="7004201" y="6662600"/>
              <a:ext cx="316946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短周期用户</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600" dirty="0">
                  <a:solidFill>
                    <a:srgbClr val="060607"/>
                  </a:solidFill>
                  <a:latin typeface="FZVariable-LanTingHeiK Normal" panose="02000600000000000000" pitchFamily="2" charset="-122"/>
                  <a:ea typeface="FZVariable-LanTingHeiK Normal" panose="02000600000000000000" pitchFamily="2" charset="-122"/>
                </a:rPr>
                <a:t>阅读行为占比</a:t>
              </a:r>
              <a:endParaRPr lang="en-US" altLang="zh-CN" sz="1600" dirty="0">
                <a:solidFill>
                  <a:srgbClr val="060607"/>
                </a:solidFill>
                <a:latin typeface="FZVariable-LanTingHeiK Normal" panose="02000600000000000000" pitchFamily="2" charset="-122"/>
                <a:ea typeface="FZVariable-LanTingHeiK Normal" panose="02000600000000000000" pitchFamily="2" charset="-122"/>
              </a:endParaRPr>
            </a:p>
          </p:txBody>
        </p:sp>
      </p:grpSp>
      <p:sp>
        <p:nvSpPr>
          <p:cNvPr id="76" name="45">
            <a:extLst>
              <a:ext uri="{FF2B5EF4-FFF2-40B4-BE49-F238E27FC236}">
                <a16:creationId xmlns:a16="http://schemas.microsoft.com/office/drawing/2014/main" id="{E865EB64-6E0D-F97C-6F74-47DB736EF02F}"/>
              </a:ext>
            </a:extLst>
          </p:cNvPr>
          <p:cNvSpPr txBox="1"/>
          <p:nvPr/>
        </p:nvSpPr>
        <p:spPr>
          <a:xfrm>
            <a:off x="5448423" y="5136130"/>
            <a:ext cx="1936627" cy="570677"/>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024" tIns="35024" rIns="35024" bIns="35024"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r>
              <a:rPr lang="en-US" altLang="zh-CN" sz="4800" dirty="0">
                <a:solidFill>
                  <a:schemeClr val="tx1"/>
                </a:solidFill>
                <a:latin typeface="FZVariable-LanTingHeiK DemiBold" panose="02000600000000000000" pitchFamily="2" charset="-122"/>
                <a:ea typeface="FZVariable-LanTingHeiK DemiBold" panose="02000600000000000000" pitchFamily="2" charset="-122"/>
              </a:rPr>
              <a:t>28.9</a:t>
            </a:r>
            <a:r>
              <a:rPr lang="zh-CN" altLang="en-US" sz="2800" dirty="0">
                <a:solidFill>
                  <a:schemeClr val="tx1"/>
                </a:solidFill>
                <a:latin typeface="FZVariable-LanTingHeiK DemiBold" panose="02000600000000000000" pitchFamily="2" charset="-122"/>
                <a:ea typeface="FZVariable-LanTingHeiK DemiBold" panose="02000600000000000000" pitchFamily="2" charset="-122"/>
              </a:rPr>
              <a:t>次</a:t>
            </a:r>
            <a:endParaRPr sz="2800" dirty="0">
              <a:solidFill>
                <a:schemeClr val="tx1"/>
              </a:solidFill>
              <a:latin typeface="FZVariable-LanTingHeiK DemiBold" panose="02000600000000000000" pitchFamily="2" charset="-122"/>
              <a:ea typeface="FZVariable-LanTingHeiK DemiBold" panose="02000600000000000000" pitchFamily="2" charset="-122"/>
            </a:endParaRPr>
          </a:p>
        </p:txBody>
      </p:sp>
      <p:grpSp>
        <p:nvGrpSpPr>
          <p:cNvPr id="58" name="组合 57">
            <a:extLst>
              <a:ext uri="{FF2B5EF4-FFF2-40B4-BE49-F238E27FC236}">
                <a16:creationId xmlns:a16="http://schemas.microsoft.com/office/drawing/2014/main" id="{0AE71520-3CB8-6627-277A-B8220711444D}"/>
              </a:ext>
            </a:extLst>
          </p:cNvPr>
          <p:cNvGrpSpPr/>
          <p:nvPr/>
        </p:nvGrpSpPr>
        <p:grpSpPr>
          <a:xfrm>
            <a:off x="4641850" y="6928623"/>
            <a:ext cx="5289664" cy="2383652"/>
            <a:chOff x="1822450" y="3144826"/>
            <a:chExt cx="5289664" cy="2383652"/>
          </a:xfrm>
        </p:grpSpPr>
        <p:grpSp>
          <p:nvGrpSpPr>
            <p:cNvPr id="27" name="组合 26">
              <a:extLst>
                <a:ext uri="{FF2B5EF4-FFF2-40B4-BE49-F238E27FC236}">
                  <a16:creationId xmlns:a16="http://schemas.microsoft.com/office/drawing/2014/main" id="{3081A815-CB5D-CC16-3EC9-9490B2BF5E58}"/>
                </a:ext>
              </a:extLst>
            </p:cNvPr>
            <p:cNvGrpSpPr/>
            <p:nvPr/>
          </p:nvGrpSpPr>
          <p:grpSpPr>
            <a:xfrm>
              <a:off x="1881500" y="3144826"/>
              <a:ext cx="5230614" cy="2383652"/>
              <a:chOff x="1769528" y="3090578"/>
              <a:chExt cx="3693562" cy="1683199"/>
            </a:xfrm>
          </p:grpSpPr>
          <p:sp>
            <p:nvSpPr>
              <p:cNvPr id="8" name="圆角矩形 7">
                <a:extLst>
                  <a:ext uri="{FF2B5EF4-FFF2-40B4-BE49-F238E27FC236}">
                    <a16:creationId xmlns:a16="http://schemas.microsoft.com/office/drawing/2014/main" id="{6290D789-B21C-837A-15D1-0A1871DEFD97}"/>
                  </a:ext>
                </a:extLst>
              </p:cNvPr>
              <p:cNvSpPr/>
              <p:nvPr/>
            </p:nvSpPr>
            <p:spPr>
              <a:xfrm>
                <a:off x="1769528" y="3383966"/>
                <a:ext cx="939374" cy="1382209"/>
              </a:xfrm>
              <a:prstGeom prst="roundRect">
                <a:avLst>
                  <a:gd name="adj" fmla="val 9039"/>
                </a:avLst>
              </a:prstGeom>
              <a:gradFill flip="none" rotWithShape="1">
                <a:gsLst>
                  <a:gs pos="0">
                    <a:schemeClr val="accent1">
                      <a:lumMod val="20000"/>
                      <a:lumOff val="80000"/>
                    </a:schemeClr>
                  </a:gs>
                  <a:gs pos="68000">
                    <a:schemeClr val="bg1">
                      <a:lumMod val="65000"/>
                    </a:schemeClr>
                  </a:gs>
                </a:gsLst>
                <a:lin ang="162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93567">
                  <a:buClrTx/>
                  <a:defRPr/>
                </a:pPr>
                <a:endParaRPr kumimoji="1" lang="zh-CN" altLang="en-US" sz="800" kern="1200">
                  <a:solidFill>
                    <a:prstClr val="white"/>
                  </a:solidFill>
                  <a:latin typeface="FZQingKeBenYueSongS-R-GB" panose="02000000000000000000" pitchFamily="2" charset="-122"/>
                  <a:ea typeface="FZQingKeBenYueSongS-R-GB" panose="02000000000000000000" pitchFamily="2" charset="-122"/>
                </a:endParaRPr>
              </a:p>
            </p:txBody>
          </p:sp>
          <p:pic>
            <p:nvPicPr>
              <p:cNvPr id="10" name="图片 9">
                <a:extLst>
                  <a:ext uri="{FF2B5EF4-FFF2-40B4-BE49-F238E27FC236}">
                    <a16:creationId xmlns:a16="http://schemas.microsoft.com/office/drawing/2014/main" id="{E59E5F45-3884-5378-800C-B11AA473EBBD}"/>
                  </a:ext>
                </a:extLst>
              </p:cNvPr>
              <p:cNvPicPr>
                <a:picLocks noChangeAspect="1"/>
              </p:cNvPicPr>
              <p:nvPr/>
            </p:nvPicPr>
            <p:blipFill rotWithShape="1">
              <a:blip r:embed="rId21"/>
              <a:srcRect t="15487" b="15487"/>
              <a:stretch/>
            </p:blipFill>
            <p:spPr>
              <a:xfrm>
                <a:off x="2602902" y="3391568"/>
                <a:ext cx="924975" cy="1382209"/>
              </a:xfrm>
              <a:prstGeom prst="roundRect">
                <a:avLst>
                  <a:gd name="adj" fmla="val 8167"/>
                </a:avLst>
              </a:prstGeom>
              <a:ln w="12700">
                <a:noFill/>
              </a:ln>
            </p:spPr>
          </p:pic>
          <p:pic>
            <p:nvPicPr>
              <p:cNvPr id="11" name="图片 10">
                <a:extLst>
                  <a:ext uri="{FF2B5EF4-FFF2-40B4-BE49-F238E27FC236}">
                    <a16:creationId xmlns:a16="http://schemas.microsoft.com/office/drawing/2014/main" id="{596A6C08-CCA9-6CB8-3F74-8EE454B674CE}"/>
                  </a:ext>
                </a:extLst>
              </p:cNvPr>
              <p:cNvPicPr>
                <a:picLocks noChangeAspect="1"/>
              </p:cNvPicPr>
              <p:nvPr/>
            </p:nvPicPr>
            <p:blipFill>
              <a:blip r:embed="rId22">
                <a:lum bright="100000"/>
              </a:blip>
              <a:stretch>
                <a:fillRect/>
              </a:stretch>
            </p:blipFill>
            <p:spPr>
              <a:xfrm rot="5400000">
                <a:off x="3081373" y="3091176"/>
                <a:ext cx="58931" cy="57735"/>
              </a:xfrm>
              <a:prstGeom prst="rect">
                <a:avLst/>
              </a:prstGeom>
            </p:spPr>
          </p:pic>
          <p:grpSp>
            <p:nvGrpSpPr>
              <p:cNvPr id="12" name="组合 11">
                <a:extLst>
                  <a:ext uri="{FF2B5EF4-FFF2-40B4-BE49-F238E27FC236}">
                    <a16:creationId xmlns:a16="http://schemas.microsoft.com/office/drawing/2014/main" id="{4A2C297C-E8ED-E69E-7EDD-ACC7A14DF80C}"/>
                  </a:ext>
                </a:extLst>
              </p:cNvPr>
              <p:cNvGrpSpPr/>
              <p:nvPr/>
            </p:nvGrpSpPr>
            <p:grpSpPr>
              <a:xfrm>
                <a:off x="2626432" y="3526069"/>
                <a:ext cx="745264" cy="302876"/>
                <a:chOff x="496854" y="2991196"/>
                <a:chExt cx="1208258" cy="514599"/>
              </a:xfrm>
            </p:grpSpPr>
            <p:sp>
              <p:nvSpPr>
                <p:cNvPr id="15" name="文本框 2">
                  <a:extLst>
                    <a:ext uri="{FF2B5EF4-FFF2-40B4-BE49-F238E27FC236}">
                      <a16:creationId xmlns:a16="http://schemas.microsoft.com/office/drawing/2014/main" id="{ED13F681-A539-092F-F0F3-8CE03E01EF09}"/>
                    </a:ext>
                  </a:extLst>
                </p:cNvPr>
                <p:cNvSpPr txBox="1"/>
                <p:nvPr/>
              </p:nvSpPr>
              <p:spPr>
                <a:xfrm>
                  <a:off x="496854" y="2991196"/>
                  <a:ext cx="253459" cy="209171"/>
                </a:xfrm>
                <a:prstGeom prst="rect">
                  <a:avLst/>
                </a:prstGeom>
                <a:noFill/>
              </p:spPr>
              <p:txBody>
                <a:bodyPr wrap="square">
                  <a:spAutoFit/>
                </a:bodyPr>
                <a:lstStyle/>
                <a:p>
                  <a:pPr defTabSz="685800">
                    <a:buClrTx/>
                    <a:defRPr/>
                  </a:pPr>
                  <a:r>
                    <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r>
                    <a:rPr lang="en-US" altLang="zh-CN"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sp>
              <p:nvSpPr>
                <p:cNvPr id="14" name="文本框 2">
                  <a:extLst>
                    <a:ext uri="{FF2B5EF4-FFF2-40B4-BE49-F238E27FC236}">
                      <a16:creationId xmlns:a16="http://schemas.microsoft.com/office/drawing/2014/main" id="{4D999BF0-631F-214E-BB3E-C152DF57578D}"/>
                    </a:ext>
                  </a:extLst>
                </p:cNvPr>
                <p:cNvSpPr txBox="1"/>
                <p:nvPr/>
              </p:nvSpPr>
              <p:spPr>
                <a:xfrm>
                  <a:off x="1451653" y="3244333"/>
                  <a:ext cx="253459" cy="261462"/>
                </a:xfrm>
                <a:prstGeom prst="rect">
                  <a:avLst/>
                </a:prstGeom>
                <a:noFill/>
              </p:spPr>
              <p:txBody>
                <a:bodyPr wrap="square">
                  <a:spAutoFit/>
                </a:bodyPr>
                <a:lstStyle/>
                <a:p>
                  <a:pPr defTabSz="685800">
                    <a:buClrTx/>
                    <a:defRPr/>
                  </a:pPr>
                  <a:r>
                    <a:rPr lang="en-US" altLang="zh-CN"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grpSp>
          <p:grpSp>
            <p:nvGrpSpPr>
              <p:cNvPr id="20" name="组合 19">
                <a:extLst>
                  <a:ext uri="{FF2B5EF4-FFF2-40B4-BE49-F238E27FC236}">
                    <a16:creationId xmlns:a16="http://schemas.microsoft.com/office/drawing/2014/main" id="{D89326C1-ECD6-2BE3-7E84-FFA34DC1E471}"/>
                  </a:ext>
                </a:extLst>
              </p:cNvPr>
              <p:cNvGrpSpPr/>
              <p:nvPr/>
            </p:nvGrpSpPr>
            <p:grpSpPr>
              <a:xfrm>
                <a:off x="4732841" y="3500780"/>
                <a:ext cx="730249" cy="309107"/>
                <a:chOff x="496855" y="2991196"/>
                <a:chExt cx="1208258" cy="504100"/>
              </a:xfrm>
            </p:grpSpPr>
            <p:sp>
              <p:nvSpPr>
                <p:cNvPr id="23" name="文本框 2">
                  <a:extLst>
                    <a:ext uri="{FF2B5EF4-FFF2-40B4-BE49-F238E27FC236}">
                      <a16:creationId xmlns:a16="http://schemas.microsoft.com/office/drawing/2014/main" id="{715C5452-C195-6EDF-5501-C519369674E6}"/>
                    </a:ext>
                  </a:extLst>
                </p:cNvPr>
                <p:cNvSpPr txBox="1"/>
                <p:nvPr/>
              </p:nvSpPr>
              <p:spPr>
                <a:xfrm>
                  <a:off x="496855" y="2991196"/>
                  <a:ext cx="253461" cy="200773"/>
                </a:xfrm>
                <a:prstGeom prst="rect">
                  <a:avLst/>
                </a:prstGeom>
                <a:noFill/>
              </p:spPr>
              <p:txBody>
                <a:bodyPr wrap="square">
                  <a:spAutoFit/>
                </a:bodyPr>
                <a:lstStyle/>
                <a:p>
                  <a:pPr defTabSz="685800">
                    <a:buClrTx/>
                    <a:defRPr/>
                  </a:pPr>
                  <a:r>
                    <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r>
                    <a:rPr lang="en-US" altLang="zh-CN"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sp>
              <p:nvSpPr>
                <p:cNvPr id="22" name="文本框 2">
                  <a:extLst>
                    <a:ext uri="{FF2B5EF4-FFF2-40B4-BE49-F238E27FC236}">
                      <a16:creationId xmlns:a16="http://schemas.microsoft.com/office/drawing/2014/main" id="{2FF317B4-EC7E-D2F5-D792-B556D5636055}"/>
                    </a:ext>
                  </a:extLst>
                </p:cNvPr>
                <p:cNvSpPr txBox="1"/>
                <p:nvPr/>
              </p:nvSpPr>
              <p:spPr>
                <a:xfrm>
                  <a:off x="1451652" y="3244331"/>
                  <a:ext cx="253461" cy="250965"/>
                </a:xfrm>
                <a:prstGeom prst="rect">
                  <a:avLst/>
                </a:prstGeom>
                <a:noFill/>
              </p:spPr>
              <p:txBody>
                <a:bodyPr wrap="square">
                  <a:spAutoFit/>
                </a:bodyPr>
                <a:lstStyle/>
                <a:p>
                  <a:pPr defTabSz="685800">
                    <a:buClrTx/>
                    <a:defRPr/>
                  </a:pPr>
                  <a:r>
                    <a:rPr lang="en-US" altLang="zh-CN"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grpSp>
        </p:grpSp>
        <p:grpSp>
          <p:nvGrpSpPr>
            <p:cNvPr id="34" name="组合 33">
              <a:extLst>
                <a:ext uri="{FF2B5EF4-FFF2-40B4-BE49-F238E27FC236}">
                  <a16:creationId xmlns:a16="http://schemas.microsoft.com/office/drawing/2014/main" id="{FA523122-1035-21AC-D0A4-97FE2342F845}"/>
                </a:ext>
              </a:extLst>
            </p:cNvPr>
            <p:cNvGrpSpPr/>
            <p:nvPr/>
          </p:nvGrpSpPr>
          <p:grpSpPr>
            <a:xfrm>
              <a:off x="1856780" y="3582370"/>
              <a:ext cx="1261071" cy="555071"/>
              <a:chOff x="5135378" y="7635875"/>
              <a:chExt cx="1514077" cy="555071"/>
            </a:xfrm>
          </p:grpSpPr>
          <p:sp>
            <p:nvSpPr>
              <p:cNvPr id="28" name="圆角矩形 27">
                <a:extLst>
                  <a:ext uri="{FF2B5EF4-FFF2-40B4-BE49-F238E27FC236}">
                    <a16:creationId xmlns:a16="http://schemas.microsoft.com/office/drawing/2014/main" id="{346FA97E-16B3-9224-E3C2-02A38445E645}"/>
                  </a:ext>
                </a:extLst>
              </p:cNvPr>
              <p:cNvSpPr/>
              <p:nvPr/>
            </p:nvSpPr>
            <p:spPr>
              <a:xfrm>
                <a:off x="5574262" y="7687382"/>
                <a:ext cx="983709" cy="207549"/>
              </a:xfrm>
              <a:prstGeom prst="roundRect">
                <a:avLst>
                  <a:gd name="adj" fmla="val 50000"/>
                </a:avLst>
              </a:prstGeom>
              <a:gradFill>
                <a:gsLst>
                  <a:gs pos="0">
                    <a:srgbClr val="00C859"/>
                  </a:gs>
                  <a:gs pos="100000">
                    <a:srgbClr val="01C96C"/>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900" dirty="0">
                    <a:solidFill>
                      <a:schemeClr val="bg1"/>
                    </a:solidFill>
                    <a:latin typeface="FZVariable-LanTingHeiK DemiBold" panose="02000600000000000000" pitchFamily="2" charset="-122"/>
                    <a:ea typeface="FZVariable-LanTingHeiK DemiBold" panose="02000600000000000000" pitchFamily="2" charset="-122"/>
                  </a:rPr>
                  <a:t> </a:t>
                </a:r>
              </a:p>
            </p:txBody>
          </p:sp>
          <p:sp>
            <p:nvSpPr>
              <p:cNvPr id="30" name="矩形 29">
                <a:extLst>
                  <a:ext uri="{FF2B5EF4-FFF2-40B4-BE49-F238E27FC236}">
                    <a16:creationId xmlns:a16="http://schemas.microsoft.com/office/drawing/2014/main" id="{DC490D1D-FE71-87CA-022E-D19462A3A4EF}"/>
                  </a:ext>
                </a:extLst>
              </p:cNvPr>
              <p:cNvSpPr/>
              <p:nvPr/>
            </p:nvSpPr>
            <p:spPr>
              <a:xfrm>
                <a:off x="5551601" y="7635875"/>
                <a:ext cx="1097854" cy="310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effectLst>
                      <a:outerShdw blurRad="50800" dist="38100" dir="2700000" algn="tl" rotWithShape="0">
                        <a:srgbClr val="1A923A">
                          <a:alpha val="40000"/>
                        </a:srgbClr>
                      </a:outerShdw>
                    </a:effectLst>
                    <a:latin typeface="FZVariable-LanTingHeiK DemiBold" panose="02000600000000000000" pitchFamily="2" charset="-122"/>
                    <a:ea typeface="FZVariable-LanTingHeiK DemiBold" panose="02000600000000000000" pitchFamily="2" charset="-122"/>
                  </a:rPr>
                  <a:t>都市漫游家</a:t>
                </a:r>
              </a:p>
            </p:txBody>
          </p:sp>
          <p:sp>
            <p:nvSpPr>
              <p:cNvPr id="31" name="文本框 30">
                <a:extLst>
                  <a:ext uri="{FF2B5EF4-FFF2-40B4-BE49-F238E27FC236}">
                    <a16:creationId xmlns:a16="http://schemas.microsoft.com/office/drawing/2014/main" id="{09CE39DB-264A-1163-EC18-A3C9ABB3AFE3}"/>
                  </a:ext>
                </a:extLst>
              </p:cNvPr>
              <p:cNvSpPr txBox="1"/>
              <p:nvPr/>
            </p:nvSpPr>
            <p:spPr>
              <a:xfrm>
                <a:off x="5135378" y="7685579"/>
                <a:ext cx="599199" cy="231025"/>
              </a:xfrm>
              <a:prstGeom prst="rect">
                <a:avLst/>
              </a:prstGeom>
              <a:noFill/>
            </p:spPr>
            <p:txBody>
              <a:bodyPr wrap="square">
                <a:spAutoFit/>
              </a:bodyPr>
              <a:lstStyle/>
              <a:p>
                <a:pPr>
                  <a:lnSpc>
                    <a:spcPct val="120000"/>
                  </a:lnSpc>
                </a:pPr>
                <a:r>
                  <a:rPr kumimoji="1" lang="en-US" altLang="zh-CN" sz="800" dirty="0">
                    <a:solidFill>
                      <a:schemeClr val="bg1"/>
                    </a:solidFill>
                    <a:latin typeface="FZVariable-LanTingHeiK DemiBold" panose="02000600000000000000" pitchFamily="2" charset="-122"/>
                    <a:ea typeface="FZVariable-LanTingHeiK DemiBold" panose="02000600000000000000" pitchFamily="2" charset="-122"/>
                  </a:rPr>
                  <a:t>TA</a:t>
                </a:r>
                <a:r>
                  <a:rPr kumimoji="1" lang="zh-CN" altLang="en-US" sz="800" dirty="0">
                    <a:solidFill>
                      <a:schemeClr val="bg1"/>
                    </a:solidFill>
                    <a:latin typeface="FZVariable-LanTingHeiK DemiBold" panose="02000600000000000000" pitchFamily="2" charset="-122"/>
                    <a:ea typeface="FZVariable-LanTingHeiK DemiBold" panose="02000600000000000000" pitchFamily="2" charset="-122"/>
                  </a:rPr>
                  <a:t>是</a:t>
                </a:r>
              </a:p>
            </p:txBody>
          </p:sp>
          <p:pic>
            <p:nvPicPr>
              <p:cNvPr id="32" name="图片 31">
                <a:extLst>
                  <a:ext uri="{FF2B5EF4-FFF2-40B4-BE49-F238E27FC236}">
                    <a16:creationId xmlns:a16="http://schemas.microsoft.com/office/drawing/2014/main" id="{AA553A20-7B51-DAF8-F08D-523D4FC83966}"/>
                  </a:ext>
                </a:extLst>
              </p:cNvPr>
              <p:cNvPicPr>
                <a:picLocks noChangeAspect="1"/>
              </p:cNvPicPr>
              <p:nvPr/>
            </p:nvPicPr>
            <p:blipFill>
              <a:blip r:embed="rId22">
                <a:lum bright="100000"/>
              </a:blip>
              <a:stretch>
                <a:fillRect/>
              </a:stretch>
            </p:blipFill>
            <p:spPr>
              <a:xfrm rot="5400000">
                <a:off x="5236417" y="8016453"/>
                <a:ext cx="174493" cy="174493"/>
              </a:xfrm>
              <a:prstGeom prst="rect">
                <a:avLst/>
              </a:prstGeom>
            </p:spPr>
          </p:pic>
        </p:grpSp>
        <p:sp>
          <p:nvSpPr>
            <p:cNvPr id="35" name="文本框 34">
              <a:extLst>
                <a:ext uri="{FF2B5EF4-FFF2-40B4-BE49-F238E27FC236}">
                  <a16:creationId xmlns:a16="http://schemas.microsoft.com/office/drawing/2014/main" id="{535579DB-928D-CCA2-FF59-AEA4B2A244BE}"/>
                </a:ext>
              </a:extLst>
            </p:cNvPr>
            <p:cNvSpPr txBox="1"/>
            <p:nvPr/>
          </p:nvSpPr>
          <p:spPr>
            <a:xfrm>
              <a:off x="1974850" y="5150598"/>
              <a:ext cx="579717" cy="199277"/>
            </a:xfrm>
            <a:prstGeom prst="rect">
              <a:avLst/>
            </a:prstGeom>
            <a:noFill/>
          </p:spPr>
          <p:txBody>
            <a:bodyPr wrap="square">
              <a:spAutoFit/>
            </a:bodyPr>
            <a:lstStyle/>
            <a:p>
              <a:pPr>
                <a:lnSpc>
                  <a:spcPct val="120000"/>
                </a:lnSpc>
              </a:pPr>
              <a:r>
                <a:rPr kumimoji="1" lang="en-US" altLang="zh-CN" sz="700" dirty="0">
                  <a:solidFill>
                    <a:schemeClr val="bg1"/>
                  </a:solidFill>
                  <a:latin typeface="FZVariable-LanTingHeiK DemiBold" panose="02000600000000000000" pitchFamily="2" charset="-122"/>
                  <a:ea typeface="FZVariable-LanTingHeiK DemiBold" panose="02000600000000000000" pitchFamily="2" charset="-122"/>
                </a:rPr>
                <a:t>TA</a:t>
              </a:r>
              <a:r>
                <a:rPr kumimoji="1" lang="zh-CN" altLang="en-US" sz="700" dirty="0">
                  <a:solidFill>
                    <a:schemeClr val="bg1"/>
                  </a:solidFill>
                  <a:latin typeface="FZVariable-LanTingHeiK DemiBold" panose="02000600000000000000" pitchFamily="2" charset="-122"/>
                  <a:ea typeface="FZVariable-LanTingHeiK DemiBold" panose="02000600000000000000" pitchFamily="2" charset="-122"/>
                </a:rPr>
                <a:t>关心</a:t>
              </a:r>
            </a:p>
          </p:txBody>
        </p:sp>
        <p:sp>
          <p:nvSpPr>
            <p:cNvPr id="39" name="文本框 38">
              <a:extLst>
                <a:ext uri="{FF2B5EF4-FFF2-40B4-BE49-F238E27FC236}">
                  <a16:creationId xmlns:a16="http://schemas.microsoft.com/office/drawing/2014/main" id="{890A743D-A633-63F3-020C-B6279CFE7DC4}"/>
                </a:ext>
              </a:extLst>
            </p:cNvPr>
            <p:cNvSpPr txBox="1"/>
            <p:nvPr/>
          </p:nvSpPr>
          <p:spPr>
            <a:xfrm>
              <a:off x="1934851" y="5259515"/>
              <a:ext cx="1142402" cy="213713"/>
            </a:xfrm>
            <a:prstGeom prst="rect">
              <a:avLst/>
            </a:prstGeom>
            <a:noFill/>
          </p:spPr>
          <p:txBody>
            <a:bodyPr wrap="square">
              <a:spAutoFit/>
            </a:bodyPr>
            <a:lstStyle/>
            <a:p>
              <a:pPr>
                <a:lnSpc>
                  <a:spcPct val="120000"/>
                </a:lnSpc>
              </a:pPr>
              <a:r>
                <a:rPr kumimoji="1" lang="en-US" altLang="zh-CN" sz="700" dirty="0">
                  <a:solidFill>
                    <a:srgbClr val="06B851"/>
                  </a:solidFill>
                  <a:latin typeface="FZVariable-LanTingHeiK DemiBold" panose="02000600000000000000" pitchFamily="2" charset="-122"/>
                  <a:ea typeface="FZVariable-LanTingHeiK DemiBold" panose="02000600000000000000" pitchFamily="2" charset="-122"/>
                </a:rPr>
                <a:t>#</a:t>
              </a:r>
              <a:r>
                <a:rPr kumimoji="1" lang="zh-CN" altLang="en-US" sz="700" dirty="0">
                  <a:solidFill>
                    <a:srgbClr val="06B851"/>
                  </a:solidFill>
                  <a:latin typeface="FZVariable-LanTingHeiK DemiBold" panose="02000600000000000000" pitchFamily="2" charset="-122"/>
                  <a:ea typeface="FZVariable-LanTingHeiK DemiBold" panose="02000600000000000000" pitchFamily="2" charset="-122"/>
                </a:rPr>
                <a:t>毛坯人生精致车</a:t>
              </a:r>
            </a:p>
          </p:txBody>
        </p:sp>
        <p:grpSp>
          <p:nvGrpSpPr>
            <p:cNvPr id="42" name="组合 41">
              <a:extLst>
                <a:ext uri="{FF2B5EF4-FFF2-40B4-BE49-F238E27FC236}">
                  <a16:creationId xmlns:a16="http://schemas.microsoft.com/office/drawing/2014/main" id="{9DE7E531-9A28-B5AA-31E2-4DAEE8AB114E}"/>
                </a:ext>
              </a:extLst>
            </p:cNvPr>
            <p:cNvGrpSpPr/>
            <p:nvPr/>
          </p:nvGrpSpPr>
          <p:grpSpPr>
            <a:xfrm>
              <a:off x="1822450" y="4359275"/>
              <a:ext cx="1364561" cy="617732"/>
              <a:chOff x="301015" y="5041055"/>
              <a:chExt cx="1364561" cy="617732"/>
            </a:xfrm>
          </p:grpSpPr>
          <p:sp>
            <p:nvSpPr>
              <p:cNvPr id="40" name="文本框 39">
                <a:extLst>
                  <a:ext uri="{FF2B5EF4-FFF2-40B4-BE49-F238E27FC236}">
                    <a16:creationId xmlns:a16="http://schemas.microsoft.com/office/drawing/2014/main" id="{958B8358-F4F5-24B8-863B-2872AF86540D}"/>
                  </a:ext>
                </a:extLst>
              </p:cNvPr>
              <p:cNvSpPr txBox="1"/>
              <p:nvPr/>
            </p:nvSpPr>
            <p:spPr>
              <a:xfrm>
                <a:off x="301015" y="5445074"/>
                <a:ext cx="1364561" cy="213713"/>
              </a:xfrm>
              <a:prstGeom prst="rect">
                <a:avLst/>
              </a:prstGeom>
              <a:noFill/>
            </p:spPr>
            <p:txBody>
              <a:bodyPr wrap="square">
                <a:spAutoFit/>
              </a:bodyPr>
              <a:lstStyle/>
              <a:p>
                <a:pPr>
                  <a:lnSpc>
                    <a:spcPct val="120000"/>
                  </a:lnSpc>
                </a:pPr>
                <a:r>
                  <a:rPr kumimoji="1" lang="zh-CN" altLang="en-US" sz="700" dirty="0">
                    <a:solidFill>
                      <a:schemeClr val="bg1"/>
                    </a:solidFill>
                    <a:latin typeface="FZVariable-LanTingHeiK DemiBold" panose="02000600000000000000" pitchFamily="2" charset="-122"/>
                    <a:ea typeface="FZVariable-LanTingHeiK DemiBold" panose="02000600000000000000" pitchFamily="2" charset="-122"/>
                  </a:rPr>
                  <a:t>「后备箱露营」阅读量同比</a:t>
                </a:r>
              </a:p>
            </p:txBody>
          </p:sp>
          <p:sp>
            <p:nvSpPr>
              <p:cNvPr id="41" name="45">
                <a:extLst>
                  <a:ext uri="{FF2B5EF4-FFF2-40B4-BE49-F238E27FC236}">
                    <a16:creationId xmlns:a16="http://schemas.microsoft.com/office/drawing/2014/main" id="{1A1B0A6F-6830-73E7-943B-F49D9E8C5D26}"/>
                  </a:ext>
                </a:extLst>
              </p:cNvPr>
              <p:cNvSpPr txBox="1"/>
              <p:nvPr/>
            </p:nvSpPr>
            <p:spPr>
              <a:xfrm>
                <a:off x="377215" y="5041055"/>
                <a:ext cx="997720" cy="46898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7629" tIns="37629" rIns="37629" bIns="37629"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endParaRPr lang="zh-CN" altLang="en-US" sz="2000" dirty="0">
                  <a:solidFill>
                    <a:srgbClr val="06B851"/>
                  </a:solidFill>
                  <a:latin typeface="FZVariable-LanTingHeiK DemiBold" panose="02000600000000000000" pitchFamily="2" charset="-122"/>
                  <a:ea typeface="FZVariable-LanTingHeiK DemiBold" panose="02000600000000000000" pitchFamily="2" charset="-122"/>
                </a:endParaRPr>
              </a:p>
              <a:p>
                <a:r>
                  <a:rPr lang="en-US" altLang="zh-CN" sz="2000" dirty="0">
                    <a:solidFill>
                      <a:srgbClr val="06B851"/>
                    </a:solidFill>
                    <a:latin typeface="FZVariable-LanTingHeiK DemiBold" panose="02000600000000000000" pitchFamily="2" charset="-122"/>
                    <a:ea typeface="FZVariable-LanTingHeiK DemiBold" panose="02000600000000000000" pitchFamily="2" charset="-122"/>
                  </a:rPr>
                  <a:t>+152%</a:t>
                </a:r>
              </a:p>
            </p:txBody>
          </p:sp>
        </p:grpSp>
        <p:cxnSp>
          <p:nvCxnSpPr>
            <p:cNvPr id="45" name="直线连接符 44">
              <a:extLst>
                <a:ext uri="{FF2B5EF4-FFF2-40B4-BE49-F238E27FC236}">
                  <a16:creationId xmlns:a16="http://schemas.microsoft.com/office/drawing/2014/main" id="{82B3882B-B86D-4C29-6ED8-A3DADA40132A}"/>
                </a:ext>
              </a:extLst>
            </p:cNvPr>
            <p:cNvCxnSpPr>
              <a:cxnSpLocks/>
            </p:cNvCxnSpPr>
            <p:nvPr/>
          </p:nvCxnSpPr>
          <p:spPr>
            <a:xfrm>
              <a:off x="1974850" y="4987266"/>
              <a:ext cx="914400"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5058BF5F-4169-D5AC-16AF-5CCD503C5FDC}"/>
              </a:ext>
            </a:extLst>
          </p:cNvPr>
          <p:cNvGrpSpPr/>
          <p:nvPr/>
        </p:nvGrpSpPr>
        <p:grpSpPr>
          <a:xfrm>
            <a:off x="7232650" y="6950077"/>
            <a:ext cx="5289664" cy="2376447"/>
            <a:chOff x="1822450" y="3144828"/>
            <a:chExt cx="5289664" cy="2376447"/>
          </a:xfrm>
        </p:grpSpPr>
        <p:grpSp>
          <p:nvGrpSpPr>
            <p:cNvPr id="60" name="组合 59">
              <a:extLst>
                <a:ext uri="{FF2B5EF4-FFF2-40B4-BE49-F238E27FC236}">
                  <a16:creationId xmlns:a16="http://schemas.microsoft.com/office/drawing/2014/main" id="{991E844F-1585-3343-6979-73CB9766C147}"/>
                </a:ext>
              </a:extLst>
            </p:cNvPr>
            <p:cNvGrpSpPr/>
            <p:nvPr/>
          </p:nvGrpSpPr>
          <p:grpSpPr>
            <a:xfrm>
              <a:off x="1881500" y="3144828"/>
              <a:ext cx="5230614" cy="2376447"/>
              <a:chOff x="1769528" y="3090578"/>
              <a:chExt cx="3693562" cy="1678111"/>
            </a:xfrm>
          </p:grpSpPr>
          <p:sp>
            <p:nvSpPr>
              <p:cNvPr id="81" name="圆角矩形 80">
                <a:extLst>
                  <a:ext uri="{FF2B5EF4-FFF2-40B4-BE49-F238E27FC236}">
                    <a16:creationId xmlns:a16="http://schemas.microsoft.com/office/drawing/2014/main" id="{D3C12FBB-203B-31FB-4A45-3374B3AE442F}"/>
                  </a:ext>
                </a:extLst>
              </p:cNvPr>
              <p:cNvSpPr/>
              <p:nvPr/>
            </p:nvSpPr>
            <p:spPr>
              <a:xfrm>
                <a:off x="1769528" y="3383966"/>
                <a:ext cx="939374" cy="1382209"/>
              </a:xfrm>
              <a:prstGeom prst="roundRect">
                <a:avLst>
                  <a:gd name="adj" fmla="val 9039"/>
                </a:avLst>
              </a:prstGeom>
              <a:gradFill flip="none" rotWithShape="1">
                <a:gsLst>
                  <a:gs pos="69000">
                    <a:schemeClr val="bg1">
                      <a:lumMod val="50000"/>
                      <a:alpha val="91000"/>
                    </a:schemeClr>
                  </a:gs>
                  <a:gs pos="0">
                    <a:schemeClr val="accent1">
                      <a:lumMod val="20000"/>
                      <a:lumOff val="80000"/>
                    </a:schemeClr>
                  </a:gs>
                </a:gsLst>
                <a:lin ang="162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93567">
                  <a:buClrTx/>
                  <a:defRPr/>
                </a:pPr>
                <a:endParaRPr kumimoji="1" lang="zh-CN" altLang="en-US" sz="800" kern="1200" dirty="0">
                  <a:solidFill>
                    <a:prstClr val="white"/>
                  </a:solidFill>
                  <a:latin typeface="FZQingKeBenYueSongS-R-GB" panose="02000000000000000000" pitchFamily="2" charset="-122"/>
                  <a:ea typeface="FZQingKeBenYueSongS-R-GB" panose="02000000000000000000" pitchFamily="2" charset="-122"/>
                </a:endParaRPr>
              </a:p>
            </p:txBody>
          </p:sp>
          <p:pic>
            <p:nvPicPr>
              <p:cNvPr id="82" name="图片 81">
                <a:extLst>
                  <a:ext uri="{FF2B5EF4-FFF2-40B4-BE49-F238E27FC236}">
                    <a16:creationId xmlns:a16="http://schemas.microsoft.com/office/drawing/2014/main" id="{68D0FF53-EBFA-352E-64C9-7FB603444FAC}"/>
                  </a:ext>
                </a:extLst>
              </p:cNvPr>
              <p:cNvPicPr>
                <a:picLocks noChangeAspect="1"/>
              </p:cNvPicPr>
              <p:nvPr/>
            </p:nvPicPr>
            <p:blipFill rotWithShape="1">
              <a:blip r:embed="rId23">
                <a:extLst>
                  <a:ext uri="{28A0092B-C50C-407E-A947-70E740481C1C}">
                    <a14:useLocalDpi xmlns:a14="http://schemas.microsoft.com/office/drawing/2010/main" val="0"/>
                  </a:ext>
                </a:extLst>
              </a:blip>
              <a:srcRect l="2648" t="3448" r="3754" b="189"/>
              <a:stretch>
                <a:fillRect/>
              </a:stretch>
            </p:blipFill>
            <p:spPr>
              <a:xfrm>
                <a:off x="2638080" y="3365018"/>
                <a:ext cx="865754" cy="1403671"/>
              </a:xfrm>
              <a:prstGeom prst="roundRect">
                <a:avLst>
                  <a:gd name="adj" fmla="val 8167"/>
                </a:avLst>
              </a:prstGeom>
              <a:ln w="12700">
                <a:noFill/>
              </a:ln>
            </p:spPr>
          </p:pic>
          <p:pic>
            <p:nvPicPr>
              <p:cNvPr id="83" name="图片 82">
                <a:extLst>
                  <a:ext uri="{FF2B5EF4-FFF2-40B4-BE49-F238E27FC236}">
                    <a16:creationId xmlns:a16="http://schemas.microsoft.com/office/drawing/2014/main" id="{D2A61E1C-A245-F989-9CC3-4E1A185E650F}"/>
                  </a:ext>
                </a:extLst>
              </p:cNvPr>
              <p:cNvPicPr>
                <a:picLocks noChangeAspect="1"/>
              </p:cNvPicPr>
              <p:nvPr/>
            </p:nvPicPr>
            <p:blipFill>
              <a:blip r:embed="rId22">
                <a:lum bright="100000"/>
              </a:blip>
              <a:stretch>
                <a:fillRect/>
              </a:stretch>
            </p:blipFill>
            <p:spPr>
              <a:xfrm rot="5400000">
                <a:off x="3081373" y="3091176"/>
                <a:ext cx="58931" cy="57735"/>
              </a:xfrm>
              <a:prstGeom prst="rect">
                <a:avLst/>
              </a:prstGeom>
            </p:spPr>
          </p:pic>
          <p:grpSp>
            <p:nvGrpSpPr>
              <p:cNvPr id="84" name="组合 83">
                <a:extLst>
                  <a:ext uri="{FF2B5EF4-FFF2-40B4-BE49-F238E27FC236}">
                    <a16:creationId xmlns:a16="http://schemas.microsoft.com/office/drawing/2014/main" id="{2E6525F9-3FAA-437F-0EC4-CE182BB63698}"/>
                  </a:ext>
                </a:extLst>
              </p:cNvPr>
              <p:cNvGrpSpPr/>
              <p:nvPr/>
            </p:nvGrpSpPr>
            <p:grpSpPr>
              <a:xfrm>
                <a:off x="2626432" y="3526069"/>
                <a:ext cx="745264" cy="302876"/>
                <a:chOff x="496854" y="2991196"/>
                <a:chExt cx="1208258" cy="514599"/>
              </a:xfrm>
            </p:grpSpPr>
            <p:sp>
              <p:nvSpPr>
                <p:cNvPr id="88" name="文本框 2">
                  <a:extLst>
                    <a:ext uri="{FF2B5EF4-FFF2-40B4-BE49-F238E27FC236}">
                      <a16:creationId xmlns:a16="http://schemas.microsoft.com/office/drawing/2014/main" id="{33B27208-684A-9D95-76F1-1EC86F3468E6}"/>
                    </a:ext>
                  </a:extLst>
                </p:cNvPr>
                <p:cNvSpPr txBox="1"/>
                <p:nvPr/>
              </p:nvSpPr>
              <p:spPr>
                <a:xfrm>
                  <a:off x="496854" y="2991196"/>
                  <a:ext cx="253459" cy="209171"/>
                </a:xfrm>
                <a:prstGeom prst="rect">
                  <a:avLst/>
                </a:prstGeom>
                <a:noFill/>
              </p:spPr>
              <p:txBody>
                <a:bodyPr wrap="square">
                  <a:spAutoFit/>
                </a:bodyPr>
                <a:lstStyle/>
                <a:p>
                  <a:pPr defTabSz="685800">
                    <a:buClrTx/>
                    <a:defRPr/>
                  </a:pPr>
                  <a:r>
                    <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r>
                    <a:rPr lang="en-US" altLang="zh-CN"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sp>
              <p:nvSpPr>
                <p:cNvPr id="89" name="文本框 2">
                  <a:extLst>
                    <a:ext uri="{FF2B5EF4-FFF2-40B4-BE49-F238E27FC236}">
                      <a16:creationId xmlns:a16="http://schemas.microsoft.com/office/drawing/2014/main" id="{7367F5D4-656C-AC32-D53E-7110550B9D91}"/>
                    </a:ext>
                  </a:extLst>
                </p:cNvPr>
                <p:cNvSpPr txBox="1"/>
                <p:nvPr/>
              </p:nvSpPr>
              <p:spPr>
                <a:xfrm>
                  <a:off x="1451653" y="3244333"/>
                  <a:ext cx="253459" cy="261462"/>
                </a:xfrm>
                <a:prstGeom prst="rect">
                  <a:avLst/>
                </a:prstGeom>
                <a:noFill/>
              </p:spPr>
              <p:txBody>
                <a:bodyPr wrap="square">
                  <a:spAutoFit/>
                </a:bodyPr>
                <a:lstStyle/>
                <a:p>
                  <a:pPr defTabSz="685800">
                    <a:buClrTx/>
                    <a:defRPr/>
                  </a:pPr>
                  <a:r>
                    <a:rPr lang="en-US" altLang="zh-CN"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grpSp>
          <p:grpSp>
            <p:nvGrpSpPr>
              <p:cNvPr id="85" name="组合 84">
                <a:extLst>
                  <a:ext uri="{FF2B5EF4-FFF2-40B4-BE49-F238E27FC236}">
                    <a16:creationId xmlns:a16="http://schemas.microsoft.com/office/drawing/2014/main" id="{0DC6C103-CBD2-5A21-F846-223D3376027B}"/>
                  </a:ext>
                </a:extLst>
              </p:cNvPr>
              <p:cNvGrpSpPr/>
              <p:nvPr/>
            </p:nvGrpSpPr>
            <p:grpSpPr>
              <a:xfrm>
                <a:off x="4732841" y="3500780"/>
                <a:ext cx="730249" cy="309107"/>
                <a:chOff x="496855" y="2991196"/>
                <a:chExt cx="1208258" cy="504100"/>
              </a:xfrm>
            </p:grpSpPr>
            <p:sp>
              <p:nvSpPr>
                <p:cNvPr id="86" name="文本框 2">
                  <a:extLst>
                    <a:ext uri="{FF2B5EF4-FFF2-40B4-BE49-F238E27FC236}">
                      <a16:creationId xmlns:a16="http://schemas.microsoft.com/office/drawing/2014/main" id="{62BA1ABB-5313-4A98-3DEC-868906E2B438}"/>
                    </a:ext>
                  </a:extLst>
                </p:cNvPr>
                <p:cNvSpPr txBox="1"/>
                <p:nvPr/>
              </p:nvSpPr>
              <p:spPr>
                <a:xfrm>
                  <a:off x="496855" y="2991196"/>
                  <a:ext cx="253461" cy="200773"/>
                </a:xfrm>
                <a:prstGeom prst="rect">
                  <a:avLst/>
                </a:prstGeom>
                <a:noFill/>
              </p:spPr>
              <p:txBody>
                <a:bodyPr wrap="square">
                  <a:spAutoFit/>
                </a:bodyPr>
                <a:lstStyle/>
                <a:p>
                  <a:pPr defTabSz="685800">
                    <a:buClrTx/>
                    <a:defRPr/>
                  </a:pPr>
                  <a:r>
                    <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r>
                    <a:rPr lang="en-US" altLang="zh-CN"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spc="-113"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sp>
              <p:nvSpPr>
                <p:cNvPr id="87" name="文本框 2">
                  <a:extLst>
                    <a:ext uri="{FF2B5EF4-FFF2-40B4-BE49-F238E27FC236}">
                      <a16:creationId xmlns:a16="http://schemas.microsoft.com/office/drawing/2014/main" id="{7B908DAB-A2CC-4A4D-0D42-B9978CCA2229}"/>
                    </a:ext>
                  </a:extLst>
                </p:cNvPr>
                <p:cNvSpPr txBox="1"/>
                <p:nvPr/>
              </p:nvSpPr>
              <p:spPr>
                <a:xfrm>
                  <a:off x="1451652" y="3244331"/>
                  <a:ext cx="253461" cy="250965"/>
                </a:xfrm>
                <a:prstGeom prst="rect">
                  <a:avLst/>
                </a:prstGeom>
                <a:noFill/>
              </p:spPr>
              <p:txBody>
                <a:bodyPr wrap="square">
                  <a:spAutoFit/>
                </a:bodyPr>
                <a:lstStyle/>
                <a:p>
                  <a:pPr defTabSz="685800">
                    <a:buClrTx/>
                    <a:defRPr/>
                  </a:pPr>
                  <a:r>
                    <a:rPr lang="en-US" altLang="zh-CN"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rPr>
                    <a:t>))</a:t>
                  </a:r>
                  <a:endParaRPr lang="zh-CN" altLang="en-US" sz="200" b="1" kern="1200" dirty="0">
                    <a:solidFill>
                      <a:srgbClr val="E7D2A4"/>
                    </a:solidFill>
                    <a:effectLst>
                      <a:glow rad="255837">
                        <a:srgbClr val="000000">
                          <a:lumMod val="50000"/>
                          <a:lumOff val="50000"/>
                          <a:alpha val="40000"/>
                        </a:srgbClr>
                      </a:glow>
                    </a:effectLst>
                    <a:latin typeface="FZQingKeBenYueSongS-R-GB" panose="02000000000000000000" pitchFamily="2" charset="-122"/>
                    <a:ea typeface="FZQingKeBenYueSongS-R-GB" panose="02000000000000000000" pitchFamily="2" charset="-122"/>
                    <a:cs typeface="+mn-cs"/>
                  </a:endParaRPr>
                </a:p>
              </p:txBody>
            </p:sp>
          </p:grpSp>
        </p:grpSp>
        <p:grpSp>
          <p:nvGrpSpPr>
            <p:cNvPr id="62" name="组合 61">
              <a:extLst>
                <a:ext uri="{FF2B5EF4-FFF2-40B4-BE49-F238E27FC236}">
                  <a16:creationId xmlns:a16="http://schemas.microsoft.com/office/drawing/2014/main" id="{42578F24-C3C9-77BF-3065-3914546A747F}"/>
                </a:ext>
              </a:extLst>
            </p:cNvPr>
            <p:cNvGrpSpPr/>
            <p:nvPr/>
          </p:nvGrpSpPr>
          <p:grpSpPr>
            <a:xfrm>
              <a:off x="1856780" y="3582370"/>
              <a:ext cx="1261071" cy="555071"/>
              <a:chOff x="5135378" y="7635875"/>
              <a:chExt cx="1514077" cy="555071"/>
            </a:xfrm>
          </p:grpSpPr>
          <p:sp>
            <p:nvSpPr>
              <p:cNvPr id="77" name="圆角矩形 76">
                <a:extLst>
                  <a:ext uri="{FF2B5EF4-FFF2-40B4-BE49-F238E27FC236}">
                    <a16:creationId xmlns:a16="http://schemas.microsoft.com/office/drawing/2014/main" id="{DC54CF68-9286-AA51-06BF-E7D7529681EA}"/>
                  </a:ext>
                </a:extLst>
              </p:cNvPr>
              <p:cNvSpPr/>
              <p:nvPr/>
            </p:nvSpPr>
            <p:spPr>
              <a:xfrm>
                <a:off x="5574262" y="7687382"/>
                <a:ext cx="983709" cy="207549"/>
              </a:xfrm>
              <a:prstGeom prst="roundRect">
                <a:avLst>
                  <a:gd name="adj" fmla="val 50000"/>
                </a:avLst>
              </a:prstGeom>
              <a:gradFill>
                <a:gsLst>
                  <a:gs pos="0">
                    <a:srgbClr val="00C859"/>
                  </a:gs>
                  <a:gs pos="100000">
                    <a:srgbClr val="01C96C"/>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900" dirty="0">
                    <a:solidFill>
                      <a:schemeClr val="bg1"/>
                    </a:solidFill>
                    <a:latin typeface="FZVariable-LanTingHeiK DemiBold" panose="02000600000000000000" pitchFamily="2" charset="-122"/>
                    <a:ea typeface="FZVariable-LanTingHeiK DemiBold" panose="02000600000000000000" pitchFamily="2" charset="-122"/>
                  </a:rPr>
                  <a:t> </a:t>
                </a:r>
              </a:p>
            </p:txBody>
          </p:sp>
          <p:sp>
            <p:nvSpPr>
              <p:cNvPr id="78" name="矩形 77">
                <a:extLst>
                  <a:ext uri="{FF2B5EF4-FFF2-40B4-BE49-F238E27FC236}">
                    <a16:creationId xmlns:a16="http://schemas.microsoft.com/office/drawing/2014/main" id="{DB90ED87-611F-A897-C8D6-4A4DDCA0E3FC}"/>
                  </a:ext>
                </a:extLst>
              </p:cNvPr>
              <p:cNvSpPr/>
              <p:nvPr/>
            </p:nvSpPr>
            <p:spPr>
              <a:xfrm>
                <a:off x="5551601" y="7635875"/>
                <a:ext cx="1097854" cy="310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effectLst>
                      <a:outerShdw blurRad="50800" dist="38100" dir="2700000" algn="tl" rotWithShape="0">
                        <a:srgbClr val="1A923A">
                          <a:alpha val="40000"/>
                        </a:srgbClr>
                      </a:outerShdw>
                    </a:effectLst>
                    <a:latin typeface="FZVariable-LanTingHeiK DemiBold" panose="02000600000000000000" pitchFamily="2" charset="-122"/>
                    <a:ea typeface="FZVariable-LanTingHeiK DemiBold" panose="02000600000000000000" pitchFamily="2" charset="-122"/>
                  </a:rPr>
                  <a:t>智驾先锋</a:t>
                </a:r>
              </a:p>
            </p:txBody>
          </p:sp>
          <p:sp>
            <p:nvSpPr>
              <p:cNvPr id="79" name="文本框 78">
                <a:extLst>
                  <a:ext uri="{FF2B5EF4-FFF2-40B4-BE49-F238E27FC236}">
                    <a16:creationId xmlns:a16="http://schemas.microsoft.com/office/drawing/2014/main" id="{B007DE4B-7CBE-83A3-0D8F-2E3FDEC0126D}"/>
                  </a:ext>
                </a:extLst>
              </p:cNvPr>
              <p:cNvSpPr txBox="1"/>
              <p:nvPr/>
            </p:nvSpPr>
            <p:spPr>
              <a:xfrm>
                <a:off x="5135378" y="7685579"/>
                <a:ext cx="599199" cy="231025"/>
              </a:xfrm>
              <a:prstGeom prst="rect">
                <a:avLst/>
              </a:prstGeom>
              <a:noFill/>
            </p:spPr>
            <p:txBody>
              <a:bodyPr wrap="square">
                <a:spAutoFit/>
              </a:bodyPr>
              <a:lstStyle/>
              <a:p>
                <a:pPr>
                  <a:lnSpc>
                    <a:spcPct val="120000"/>
                  </a:lnSpc>
                </a:pPr>
                <a:r>
                  <a:rPr kumimoji="1" lang="en-US" altLang="zh-CN" sz="800" dirty="0">
                    <a:solidFill>
                      <a:schemeClr val="bg1"/>
                    </a:solidFill>
                    <a:latin typeface="FZVariable-LanTingHeiK DemiBold" panose="02000600000000000000" pitchFamily="2" charset="-122"/>
                    <a:ea typeface="FZVariable-LanTingHeiK DemiBold" panose="02000600000000000000" pitchFamily="2" charset="-122"/>
                  </a:rPr>
                  <a:t>TA</a:t>
                </a:r>
                <a:r>
                  <a:rPr kumimoji="1" lang="zh-CN" altLang="en-US" sz="800" dirty="0">
                    <a:solidFill>
                      <a:schemeClr val="bg1"/>
                    </a:solidFill>
                    <a:latin typeface="FZVariable-LanTingHeiK DemiBold" panose="02000600000000000000" pitchFamily="2" charset="-122"/>
                    <a:ea typeface="FZVariable-LanTingHeiK DemiBold" panose="02000600000000000000" pitchFamily="2" charset="-122"/>
                  </a:rPr>
                  <a:t>是</a:t>
                </a:r>
              </a:p>
            </p:txBody>
          </p:sp>
          <p:pic>
            <p:nvPicPr>
              <p:cNvPr id="80" name="图片 79">
                <a:extLst>
                  <a:ext uri="{FF2B5EF4-FFF2-40B4-BE49-F238E27FC236}">
                    <a16:creationId xmlns:a16="http://schemas.microsoft.com/office/drawing/2014/main" id="{AE22EA4D-52FB-9323-8CCE-DB20290EDBAF}"/>
                  </a:ext>
                </a:extLst>
              </p:cNvPr>
              <p:cNvPicPr>
                <a:picLocks noChangeAspect="1"/>
              </p:cNvPicPr>
              <p:nvPr/>
            </p:nvPicPr>
            <p:blipFill>
              <a:blip r:embed="rId22">
                <a:lum bright="100000"/>
              </a:blip>
              <a:stretch>
                <a:fillRect/>
              </a:stretch>
            </p:blipFill>
            <p:spPr>
              <a:xfrm rot="5400000">
                <a:off x="5236417" y="8016453"/>
                <a:ext cx="174493" cy="174493"/>
              </a:xfrm>
              <a:prstGeom prst="rect">
                <a:avLst/>
              </a:prstGeom>
            </p:spPr>
          </p:pic>
        </p:grpSp>
        <p:sp>
          <p:nvSpPr>
            <p:cNvPr id="63" name="文本框 62">
              <a:extLst>
                <a:ext uri="{FF2B5EF4-FFF2-40B4-BE49-F238E27FC236}">
                  <a16:creationId xmlns:a16="http://schemas.microsoft.com/office/drawing/2014/main" id="{E0E55F70-D240-EE5B-49BF-0619F0A544E9}"/>
                </a:ext>
              </a:extLst>
            </p:cNvPr>
            <p:cNvSpPr txBox="1"/>
            <p:nvPr/>
          </p:nvSpPr>
          <p:spPr>
            <a:xfrm>
              <a:off x="1974850" y="5150598"/>
              <a:ext cx="579717" cy="199277"/>
            </a:xfrm>
            <a:prstGeom prst="rect">
              <a:avLst/>
            </a:prstGeom>
            <a:noFill/>
          </p:spPr>
          <p:txBody>
            <a:bodyPr wrap="square">
              <a:spAutoFit/>
            </a:bodyPr>
            <a:lstStyle/>
            <a:p>
              <a:pPr>
                <a:lnSpc>
                  <a:spcPct val="120000"/>
                </a:lnSpc>
              </a:pPr>
              <a:r>
                <a:rPr kumimoji="1" lang="en-US" altLang="zh-CN" sz="700" dirty="0">
                  <a:solidFill>
                    <a:schemeClr val="bg1"/>
                  </a:solidFill>
                  <a:latin typeface="FZVariable-LanTingHeiK DemiBold" panose="02000600000000000000" pitchFamily="2" charset="-122"/>
                  <a:ea typeface="FZVariable-LanTingHeiK DemiBold" panose="02000600000000000000" pitchFamily="2" charset="-122"/>
                </a:rPr>
                <a:t>TA</a:t>
              </a:r>
              <a:r>
                <a:rPr kumimoji="1" lang="zh-CN" altLang="en-US" sz="700" dirty="0">
                  <a:solidFill>
                    <a:schemeClr val="bg1"/>
                  </a:solidFill>
                  <a:latin typeface="FZVariable-LanTingHeiK DemiBold" panose="02000600000000000000" pitchFamily="2" charset="-122"/>
                  <a:ea typeface="FZVariable-LanTingHeiK DemiBold" panose="02000600000000000000" pitchFamily="2" charset="-122"/>
                </a:rPr>
                <a:t>关心</a:t>
              </a:r>
            </a:p>
          </p:txBody>
        </p:sp>
        <p:sp>
          <p:nvSpPr>
            <p:cNvPr id="64" name="文本框 63">
              <a:extLst>
                <a:ext uri="{FF2B5EF4-FFF2-40B4-BE49-F238E27FC236}">
                  <a16:creationId xmlns:a16="http://schemas.microsoft.com/office/drawing/2014/main" id="{4D876E7F-395B-982D-0DDF-13E60698D43B}"/>
                </a:ext>
              </a:extLst>
            </p:cNvPr>
            <p:cNvSpPr txBox="1"/>
            <p:nvPr/>
          </p:nvSpPr>
          <p:spPr>
            <a:xfrm>
              <a:off x="1934851" y="5259515"/>
              <a:ext cx="1142402" cy="213713"/>
            </a:xfrm>
            <a:prstGeom prst="rect">
              <a:avLst/>
            </a:prstGeom>
            <a:noFill/>
          </p:spPr>
          <p:txBody>
            <a:bodyPr wrap="square">
              <a:spAutoFit/>
            </a:bodyPr>
            <a:lstStyle/>
            <a:p>
              <a:pPr>
                <a:lnSpc>
                  <a:spcPct val="120000"/>
                </a:lnSpc>
              </a:pPr>
              <a:r>
                <a:rPr kumimoji="1" lang="en-US" altLang="zh-CN" sz="700" dirty="0">
                  <a:solidFill>
                    <a:srgbClr val="06B851"/>
                  </a:solidFill>
                  <a:latin typeface="FZVariable-LanTingHeiK DemiBold" panose="02000600000000000000" pitchFamily="2" charset="-122"/>
                  <a:ea typeface="FZVariable-LanTingHeiK DemiBold" panose="02000600000000000000" pitchFamily="2" charset="-122"/>
                </a:rPr>
                <a:t>#</a:t>
              </a:r>
              <a:r>
                <a:rPr kumimoji="1" lang="zh-CN" altLang="en-US" sz="700" dirty="0">
                  <a:solidFill>
                    <a:srgbClr val="06B851"/>
                  </a:solidFill>
                  <a:latin typeface="FZVariable-LanTingHeiK DemiBold" panose="02000600000000000000" pitchFamily="2" charset="-122"/>
                  <a:ea typeface="FZVariable-LanTingHeiK DemiBold" panose="02000600000000000000" pitchFamily="2" charset="-122"/>
                </a:rPr>
                <a:t>我的智能移动空间</a:t>
              </a:r>
            </a:p>
          </p:txBody>
        </p:sp>
        <p:grpSp>
          <p:nvGrpSpPr>
            <p:cNvPr id="65" name="组合 64">
              <a:extLst>
                <a:ext uri="{FF2B5EF4-FFF2-40B4-BE49-F238E27FC236}">
                  <a16:creationId xmlns:a16="http://schemas.microsoft.com/office/drawing/2014/main" id="{9A04C64B-A7DC-C980-5787-79925253EC01}"/>
                </a:ext>
              </a:extLst>
            </p:cNvPr>
            <p:cNvGrpSpPr/>
            <p:nvPr/>
          </p:nvGrpSpPr>
          <p:grpSpPr>
            <a:xfrm>
              <a:off x="1822450" y="4359275"/>
              <a:ext cx="1364561" cy="617732"/>
              <a:chOff x="301015" y="5041055"/>
              <a:chExt cx="1364561" cy="617732"/>
            </a:xfrm>
          </p:grpSpPr>
          <p:sp>
            <p:nvSpPr>
              <p:cNvPr id="73" name="文本框 72">
                <a:extLst>
                  <a:ext uri="{FF2B5EF4-FFF2-40B4-BE49-F238E27FC236}">
                    <a16:creationId xmlns:a16="http://schemas.microsoft.com/office/drawing/2014/main" id="{E2886C8D-2FA6-B2EC-589F-66A9E1EE279F}"/>
                  </a:ext>
                </a:extLst>
              </p:cNvPr>
              <p:cNvSpPr txBox="1"/>
              <p:nvPr/>
            </p:nvSpPr>
            <p:spPr>
              <a:xfrm>
                <a:off x="301015" y="5445074"/>
                <a:ext cx="1364561" cy="213713"/>
              </a:xfrm>
              <a:prstGeom prst="rect">
                <a:avLst/>
              </a:prstGeom>
              <a:noFill/>
            </p:spPr>
            <p:txBody>
              <a:bodyPr wrap="square">
                <a:spAutoFit/>
              </a:bodyPr>
              <a:lstStyle/>
              <a:p>
                <a:pPr>
                  <a:lnSpc>
                    <a:spcPct val="120000"/>
                  </a:lnSpc>
                </a:pPr>
                <a:r>
                  <a:rPr kumimoji="1" lang="zh-CN" altLang="en-US" sz="700" dirty="0">
                    <a:solidFill>
                      <a:schemeClr val="bg1"/>
                    </a:solidFill>
                    <a:latin typeface="FZVariable-LanTingHeiK DemiBold" panose="02000600000000000000" pitchFamily="2" charset="-122"/>
                    <a:ea typeface="FZVariable-LanTingHeiK DemiBold" panose="02000600000000000000" pitchFamily="2" charset="-122"/>
                  </a:rPr>
                  <a:t>「智驾」阅读量同比</a:t>
                </a:r>
              </a:p>
            </p:txBody>
          </p:sp>
          <p:sp>
            <p:nvSpPr>
              <p:cNvPr id="74" name="45">
                <a:extLst>
                  <a:ext uri="{FF2B5EF4-FFF2-40B4-BE49-F238E27FC236}">
                    <a16:creationId xmlns:a16="http://schemas.microsoft.com/office/drawing/2014/main" id="{88400C95-EC42-0005-45B5-E16A380B229E}"/>
                  </a:ext>
                </a:extLst>
              </p:cNvPr>
              <p:cNvSpPr txBox="1"/>
              <p:nvPr/>
            </p:nvSpPr>
            <p:spPr>
              <a:xfrm>
                <a:off x="377215" y="5041055"/>
                <a:ext cx="1031383" cy="46898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7629" tIns="37629" rIns="37629" bIns="37629"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endParaRPr lang="zh-CN" altLang="en-US" sz="2000" dirty="0">
                  <a:solidFill>
                    <a:srgbClr val="06B851"/>
                  </a:solidFill>
                  <a:latin typeface="FZVariable-LanTingHeiK DemiBold" panose="02000600000000000000" pitchFamily="2" charset="-122"/>
                  <a:ea typeface="FZVariable-LanTingHeiK DemiBold" panose="02000600000000000000" pitchFamily="2" charset="-122"/>
                </a:endParaRPr>
              </a:p>
              <a:p>
                <a:r>
                  <a:rPr lang="en-US" altLang="zh-CN" sz="2000" dirty="0">
                    <a:solidFill>
                      <a:srgbClr val="06B851"/>
                    </a:solidFill>
                    <a:latin typeface="FZVariable-LanTingHeiK DemiBold" panose="02000600000000000000" pitchFamily="2" charset="-122"/>
                    <a:ea typeface="FZVariable-LanTingHeiK DemiBold" panose="02000600000000000000" pitchFamily="2" charset="-122"/>
                  </a:rPr>
                  <a:t>+270%</a:t>
                </a:r>
              </a:p>
            </p:txBody>
          </p:sp>
        </p:grpSp>
        <p:cxnSp>
          <p:nvCxnSpPr>
            <p:cNvPr id="66" name="直线连接符 65">
              <a:extLst>
                <a:ext uri="{FF2B5EF4-FFF2-40B4-BE49-F238E27FC236}">
                  <a16:creationId xmlns:a16="http://schemas.microsoft.com/office/drawing/2014/main" id="{5E583E7F-DB98-9523-EE61-AC01D7E6D81C}"/>
                </a:ext>
              </a:extLst>
            </p:cNvPr>
            <p:cNvCxnSpPr>
              <a:cxnSpLocks/>
            </p:cNvCxnSpPr>
            <p:nvPr/>
          </p:nvCxnSpPr>
          <p:spPr>
            <a:xfrm>
              <a:off x="1974850" y="4987266"/>
              <a:ext cx="914400"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B922E468-4C91-798E-0036-A41E67402A8D}"/>
              </a:ext>
            </a:extLst>
          </p:cNvPr>
          <p:cNvGrpSpPr/>
          <p:nvPr/>
        </p:nvGrpSpPr>
        <p:grpSpPr>
          <a:xfrm>
            <a:off x="10764760" y="3686834"/>
            <a:ext cx="395587" cy="395587"/>
            <a:chOff x="14002116" y="3913063"/>
            <a:chExt cx="575641" cy="575641"/>
          </a:xfrm>
        </p:grpSpPr>
        <p:sp>
          <p:nvSpPr>
            <p:cNvPr id="92" name="椭圆 91">
              <a:extLst>
                <a:ext uri="{FF2B5EF4-FFF2-40B4-BE49-F238E27FC236}">
                  <a16:creationId xmlns:a16="http://schemas.microsoft.com/office/drawing/2014/main" id="{8F0A7873-64D3-AFFF-C745-30DCC59E9088}"/>
                </a:ext>
              </a:extLst>
            </p:cNvPr>
            <p:cNvSpPr/>
            <p:nvPr/>
          </p:nvSpPr>
          <p:spPr>
            <a:xfrm>
              <a:off x="14002116" y="3913063"/>
              <a:ext cx="575641" cy="57564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3" name="图片 92">
              <a:extLst>
                <a:ext uri="{FF2B5EF4-FFF2-40B4-BE49-F238E27FC236}">
                  <a16:creationId xmlns:a16="http://schemas.microsoft.com/office/drawing/2014/main" id="{5C6D0D35-FC09-6067-F8BD-0870B0FF6793}"/>
                </a:ext>
              </a:extLst>
            </p:cNvPr>
            <p:cNvPicPr>
              <a:picLocks noChangeAspect="1"/>
            </p:cNvPicPr>
            <p:nvPr/>
          </p:nvPicPr>
          <p:blipFill>
            <a:blip r:embed="rId24" cstate="print">
              <a:extLst>
                <a:ext uri="{28A0092B-C50C-407E-A947-70E740481C1C}">
                  <a14:useLocalDpi xmlns:a14="http://schemas.microsoft.com/office/drawing/2010/main" val="0"/>
                </a:ext>
              </a:extLst>
            </a:blip>
            <a:srcRect/>
            <a:stretch/>
          </p:blipFill>
          <p:spPr>
            <a:xfrm>
              <a:off x="14092143" y="4003721"/>
              <a:ext cx="395587" cy="395587"/>
            </a:xfrm>
            <a:prstGeom prst="rect">
              <a:avLst/>
            </a:prstGeom>
          </p:spPr>
        </p:pic>
      </p:grpSp>
      <p:grpSp>
        <p:nvGrpSpPr>
          <p:cNvPr id="97" name="组合 96">
            <a:extLst>
              <a:ext uri="{FF2B5EF4-FFF2-40B4-BE49-F238E27FC236}">
                <a16:creationId xmlns:a16="http://schemas.microsoft.com/office/drawing/2014/main" id="{A381DCB0-E69A-DB1D-F7F6-132507AE1B1C}"/>
              </a:ext>
            </a:extLst>
          </p:cNvPr>
          <p:cNvGrpSpPr/>
          <p:nvPr/>
        </p:nvGrpSpPr>
        <p:grpSpPr>
          <a:xfrm>
            <a:off x="1746250" y="3642141"/>
            <a:ext cx="413582" cy="413582"/>
            <a:chOff x="4111789" y="3744298"/>
            <a:chExt cx="577128" cy="577128"/>
          </a:xfrm>
        </p:grpSpPr>
        <p:sp>
          <p:nvSpPr>
            <p:cNvPr id="95" name="椭圆 94">
              <a:extLst>
                <a:ext uri="{FF2B5EF4-FFF2-40B4-BE49-F238E27FC236}">
                  <a16:creationId xmlns:a16="http://schemas.microsoft.com/office/drawing/2014/main" id="{58FD36E3-704F-F4D0-ABCD-80C3F368541F}"/>
                </a:ext>
              </a:extLst>
            </p:cNvPr>
            <p:cNvSpPr/>
            <p:nvPr/>
          </p:nvSpPr>
          <p:spPr>
            <a:xfrm>
              <a:off x="4111789" y="3744298"/>
              <a:ext cx="577128" cy="5771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6" name="图片 95">
              <a:extLst>
                <a:ext uri="{FF2B5EF4-FFF2-40B4-BE49-F238E27FC236}">
                  <a16:creationId xmlns:a16="http://schemas.microsoft.com/office/drawing/2014/main" id="{2DB25D5D-3233-75EF-63ED-034450B334A4}"/>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4153107" y="3802127"/>
              <a:ext cx="494491" cy="494491"/>
            </a:xfrm>
            <a:prstGeom prst="rect">
              <a:avLst/>
            </a:prstGeom>
          </p:spPr>
        </p:pic>
      </p:grpSp>
    </p:spTree>
    <p:extLst>
      <p:ext uri="{BB962C8B-B14F-4D97-AF65-F5344CB8AC3E}">
        <p14:creationId xmlns:p14="http://schemas.microsoft.com/office/powerpoint/2010/main" val="54483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3C588-330A-72AA-F781-B8CC64CC202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90E8D62-40C5-42AF-BA52-A74877F22380}"/>
              </a:ext>
            </a:extLst>
          </p:cNvPr>
          <p:cNvGraphicFramePr>
            <a:graphicFrameLocks noChangeAspect="1"/>
          </p:cNvGraphicFramePr>
          <p:nvPr>
            <p:custDataLst>
              <p:tags r:id="rId1"/>
            </p:custDataLst>
            <p:extLst>
              <p:ext uri="{D42A27DB-BD31-4B8C-83A1-F6EECF244321}">
                <p14:modId xmlns:p14="http://schemas.microsoft.com/office/powerpoint/2010/main" val="3861178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3" imgW="426" imgH="426" progId="TCLayout.ActiveDocument.1">
                  <p:embed/>
                </p:oleObj>
              </mc:Choice>
              <mc:Fallback>
                <p:oleObj name="think-cell 幻灯片" r:id="rId23" imgW="426" imgH="426" progId="TCLayout.ActiveDocument.1">
                  <p:embed/>
                  <p:pic>
                    <p:nvPicPr>
                      <p:cNvPr id="3" name="think-cell data - do not delete" hidden="1">
                        <a:extLst>
                          <a:ext uri="{FF2B5EF4-FFF2-40B4-BE49-F238E27FC236}">
                            <a16:creationId xmlns:a16="http://schemas.microsoft.com/office/drawing/2014/main" id="{E90E8D62-40C5-42AF-BA52-A74877F22380}"/>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58" name="object 39">
            <a:extLst>
              <a:ext uri="{FF2B5EF4-FFF2-40B4-BE49-F238E27FC236}">
                <a16:creationId xmlns:a16="http://schemas.microsoft.com/office/drawing/2014/main" id="{FB1B0584-A7B2-58F5-A967-9988D6EADF91}"/>
              </a:ext>
            </a:extLst>
          </p:cNvPr>
          <p:cNvSpPr/>
          <p:nvPr/>
        </p:nvSpPr>
        <p:spPr>
          <a:xfrm>
            <a:off x="770894" y="96183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sp>
        <p:nvSpPr>
          <p:cNvPr id="89" name="object 36">
            <a:extLst>
              <a:ext uri="{FF2B5EF4-FFF2-40B4-BE49-F238E27FC236}">
                <a16:creationId xmlns:a16="http://schemas.microsoft.com/office/drawing/2014/main" id="{B9EF0F54-1A76-3A93-4EB9-58C69BA08380}"/>
              </a:ext>
            </a:extLst>
          </p:cNvPr>
          <p:cNvSpPr/>
          <p:nvPr/>
        </p:nvSpPr>
        <p:spPr>
          <a:xfrm>
            <a:off x="770894" y="10496832"/>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pic>
        <p:nvPicPr>
          <p:cNvPr id="91" name="object 38">
            <a:extLst>
              <a:ext uri="{FF2B5EF4-FFF2-40B4-BE49-F238E27FC236}">
                <a16:creationId xmlns:a16="http://schemas.microsoft.com/office/drawing/2014/main" id="{0DE7C175-AA94-D2ED-EE3B-F707F1757676}"/>
              </a:ext>
            </a:extLst>
          </p:cNvPr>
          <p:cNvPicPr/>
          <p:nvPr/>
        </p:nvPicPr>
        <p:blipFill>
          <a:blip r:embed="rId25" cstate="print">
            <a:extLst>
              <a:ext uri="{28A0092B-C50C-407E-A947-70E740481C1C}">
                <a14:useLocalDpi xmlns:a14="http://schemas.microsoft.com/office/drawing/2010/main"/>
              </a:ext>
            </a:extLst>
          </a:blip>
          <a:stretch>
            <a:fillRect/>
          </a:stretch>
        </p:blipFill>
        <p:spPr>
          <a:xfrm>
            <a:off x="18410328" y="10661874"/>
            <a:ext cx="924788" cy="253814"/>
          </a:xfrm>
          <a:prstGeom prst="rect">
            <a:avLst/>
          </a:prstGeom>
        </p:spPr>
      </p:pic>
      <p:sp>
        <p:nvSpPr>
          <p:cNvPr id="51" name="object 39">
            <a:extLst>
              <a:ext uri="{FF2B5EF4-FFF2-40B4-BE49-F238E27FC236}">
                <a16:creationId xmlns:a16="http://schemas.microsoft.com/office/drawing/2014/main" id="{4A14910C-AE6E-4F9E-8EBA-7FFCC1264625}"/>
              </a:ext>
            </a:extLst>
          </p:cNvPr>
          <p:cNvSpPr/>
          <p:nvPr/>
        </p:nvSpPr>
        <p:spPr>
          <a:xfrm>
            <a:off x="770894" y="96183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sp>
        <p:nvSpPr>
          <p:cNvPr id="169" name="object 3">
            <a:extLst>
              <a:ext uri="{FF2B5EF4-FFF2-40B4-BE49-F238E27FC236}">
                <a16:creationId xmlns:a16="http://schemas.microsoft.com/office/drawing/2014/main" id="{CC93A22F-6C32-44DC-8DFE-4A54D50E2983}"/>
              </a:ext>
            </a:extLst>
          </p:cNvPr>
          <p:cNvSpPr/>
          <p:nvPr>
            <p:custDataLst>
              <p:tags r:id="rId2"/>
            </p:custDataLst>
          </p:nvPr>
        </p:nvSpPr>
        <p:spPr>
          <a:xfrm rot="16200000">
            <a:off x="542925" y="3783013"/>
            <a:ext cx="6865938" cy="5891213"/>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solidFill>
            <a:schemeClr val="bg1">
              <a:lumMod val="95000"/>
              <a:alpha val="56000"/>
            </a:schemeClr>
          </a:solidFill>
        </p:spPr>
        <p:txBody>
          <a:bodyPr wrap="square" lIns="0" tIns="0" rIns="0" bIns="0" rtlCol="0"/>
          <a:lstStyle/>
          <a:p>
            <a:endParaRPr dirty="0"/>
          </a:p>
        </p:txBody>
      </p:sp>
      <p:sp>
        <p:nvSpPr>
          <p:cNvPr id="171" name="矩形: 圆角 16">
            <a:extLst>
              <a:ext uri="{FF2B5EF4-FFF2-40B4-BE49-F238E27FC236}">
                <a16:creationId xmlns:a16="http://schemas.microsoft.com/office/drawing/2014/main" id="{0C995E89-A734-486C-93CC-3F46B344A61E}"/>
              </a:ext>
            </a:extLst>
          </p:cNvPr>
          <p:cNvSpPr/>
          <p:nvPr/>
        </p:nvSpPr>
        <p:spPr>
          <a:xfrm>
            <a:off x="2679700" y="3460750"/>
            <a:ext cx="2508250" cy="538163"/>
          </a:xfrm>
          <a:prstGeom prst="roundRect">
            <a:avLst>
              <a:gd name="adj" fmla="val 50000"/>
            </a:avLst>
          </a:prstGeom>
          <a:solidFill>
            <a:srgbClr val="06B85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12700" algn="ctr">
              <a:spcBef>
                <a:spcPts val="110"/>
              </a:spcBef>
            </a:pPr>
            <a:r>
              <a:rPr lang="zh-CN" altLang="en-US" sz="2400" spc="-20" dirty="0">
                <a:solidFill>
                  <a:schemeClr val="tx1"/>
                </a:solidFill>
                <a:latin typeface="FZVariable-LanTingHeiK DemiBold" panose="02000600000000000000" pitchFamily="2" charset="-122"/>
                <a:ea typeface="FZVariable-LanTingHeiK DemiBold" panose="02000600000000000000" pitchFamily="2" charset="-122"/>
              </a:rPr>
              <a:t>阅读类型分布</a:t>
            </a:r>
          </a:p>
        </p:txBody>
      </p:sp>
      <p:sp>
        <p:nvSpPr>
          <p:cNvPr id="173" name="object 3">
            <a:extLst>
              <a:ext uri="{FF2B5EF4-FFF2-40B4-BE49-F238E27FC236}">
                <a16:creationId xmlns:a16="http://schemas.microsoft.com/office/drawing/2014/main" id="{2542217D-C202-4021-9FC4-1E7C595A8573}"/>
              </a:ext>
            </a:extLst>
          </p:cNvPr>
          <p:cNvSpPr/>
          <p:nvPr>
            <p:custDataLst>
              <p:tags r:id="rId3"/>
            </p:custDataLst>
          </p:nvPr>
        </p:nvSpPr>
        <p:spPr>
          <a:xfrm rot="16200000">
            <a:off x="6608763" y="3770313"/>
            <a:ext cx="6838950" cy="5889625"/>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solidFill>
            <a:schemeClr val="bg1">
              <a:lumMod val="95000"/>
              <a:alpha val="56000"/>
            </a:schemeClr>
          </a:solidFill>
        </p:spPr>
        <p:txBody>
          <a:bodyPr wrap="square" lIns="0" tIns="0" rIns="0" bIns="0" rtlCol="0"/>
          <a:lstStyle/>
          <a:p>
            <a:endParaRPr dirty="0"/>
          </a:p>
        </p:txBody>
      </p:sp>
      <p:sp>
        <p:nvSpPr>
          <p:cNvPr id="177" name="object 3">
            <a:extLst>
              <a:ext uri="{FF2B5EF4-FFF2-40B4-BE49-F238E27FC236}">
                <a16:creationId xmlns:a16="http://schemas.microsoft.com/office/drawing/2014/main" id="{C37A613E-A1F6-4692-81AD-5B09F9FFC2EF}"/>
              </a:ext>
            </a:extLst>
          </p:cNvPr>
          <p:cNvSpPr/>
          <p:nvPr>
            <p:custDataLst>
              <p:tags r:id="rId4"/>
            </p:custDataLst>
          </p:nvPr>
        </p:nvSpPr>
        <p:spPr>
          <a:xfrm rot="16200000">
            <a:off x="12715875" y="3684588"/>
            <a:ext cx="6864350" cy="6088063"/>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solidFill>
            <a:schemeClr val="bg1">
              <a:lumMod val="95000"/>
              <a:alpha val="56000"/>
            </a:schemeClr>
          </a:solidFill>
        </p:spPr>
        <p:txBody>
          <a:bodyPr wrap="square" lIns="0" tIns="0" rIns="0" bIns="0" rtlCol="0"/>
          <a:lstStyle/>
          <a:p>
            <a:endParaRPr dirty="0"/>
          </a:p>
        </p:txBody>
      </p:sp>
      <p:sp>
        <p:nvSpPr>
          <p:cNvPr id="178" name="object 3">
            <a:extLst>
              <a:ext uri="{FF2B5EF4-FFF2-40B4-BE49-F238E27FC236}">
                <a16:creationId xmlns:a16="http://schemas.microsoft.com/office/drawing/2014/main" id="{5C9B28ED-B311-44B7-BF36-75EF55241D25}"/>
              </a:ext>
            </a:extLst>
          </p:cNvPr>
          <p:cNvSpPr txBox="1">
            <a:spLocks/>
          </p:cNvSpPr>
          <p:nvPr/>
        </p:nvSpPr>
        <p:spPr>
          <a:xfrm>
            <a:off x="7429500" y="4306888"/>
            <a:ext cx="5362575" cy="950913"/>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lgn="ctr">
              <a:spcBef>
                <a:spcPts val="115"/>
              </a:spcBef>
            </a:pPr>
            <a:r>
              <a:rPr lang="zh-CN" altLang="en-US" sz="2000" b="0" spc="-20" dirty="0">
                <a:solidFill>
                  <a:schemeClr val="tx1"/>
                </a:solidFill>
                <a:latin typeface="FZVariable-LanTingHeiK Normal" panose="02000600000000000000" pitchFamily="2" charset="-122"/>
                <a:ea typeface="FZVariable-LanTingHeiK Normal" panose="02000600000000000000" pitchFamily="2" charset="-122"/>
              </a:rPr>
              <a:t>不同车型用户，卖点偏好存在差异</a:t>
            </a:r>
          </a:p>
          <a:p>
            <a:pPr marL="12700" algn="ctr">
              <a:spcBef>
                <a:spcPts val="115"/>
              </a:spcBef>
            </a:pPr>
            <a:br>
              <a:rPr lang="zh-CN" altLang="en-US" sz="2000" b="0" spc="-20" dirty="0">
                <a:solidFill>
                  <a:schemeClr val="tx1"/>
                </a:solidFill>
                <a:latin typeface="FZVariable-LanTingHeiK Normal" panose="02000600000000000000" pitchFamily="2" charset="-122"/>
                <a:ea typeface="FZVariable-LanTingHeiK Normal" panose="02000600000000000000" pitchFamily="2" charset="-122"/>
              </a:rPr>
            </a:br>
            <a:endParaRPr lang="zh-CN" altLang="en-US" sz="2000" b="0" spc="-20" dirty="0">
              <a:solidFill>
                <a:schemeClr val="tx1"/>
              </a:solidFill>
              <a:latin typeface="FZVariable-LanTingHeiK Normal" panose="02000600000000000000" pitchFamily="2" charset="-122"/>
              <a:ea typeface="FZVariable-LanTingHeiK Normal" panose="02000600000000000000" pitchFamily="2" charset="-122"/>
            </a:endParaRPr>
          </a:p>
        </p:txBody>
      </p:sp>
      <p:graphicFrame>
        <p:nvGraphicFramePr>
          <p:cNvPr id="69" name="Chart 3">
            <a:extLst>
              <a:ext uri="{FF2B5EF4-FFF2-40B4-BE49-F238E27FC236}">
                <a16:creationId xmlns:a16="http://schemas.microsoft.com/office/drawing/2014/main" id="{759CED24-B1D9-E8F1-51A4-BE3697DD6595}"/>
              </a:ext>
            </a:extLst>
          </p:cNvPr>
          <p:cNvGraphicFramePr/>
          <p:nvPr>
            <p:custDataLst>
              <p:tags r:id="rId5"/>
            </p:custDataLst>
            <p:extLst>
              <p:ext uri="{D42A27DB-BD31-4B8C-83A1-F6EECF244321}">
                <p14:modId xmlns:p14="http://schemas.microsoft.com/office/powerpoint/2010/main" val="994908986"/>
              </p:ext>
            </p:extLst>
          </p:nvPr>
        </p:nvGraphicFramePr>
        <p:xfrm>
          <a:off x="1474788" y="5183188"/>
          <a:ext cx="4889500" cy="3933825"/>
        </p:xfrm>
        <a:graphic>
          <a:graphicData uri="http://schemas.openxmlformats.org/drawingml/2006/chart">
            <c:chart xmlns:c="http://schemas.openxmlformats.org/drawingml/2006/chart" xmlns:r="http://schemas.openxmlformats.org/officeDocument/2006/relationships" r:id="rId26"/>
          </a:graphicData>
        </a:graphic>
      </p:graphicFrame>
      <p:sp>
        <p:nvSpPr>
          <p:cNvPr id="26" name="Text Placeholder">
            <a:extLst>
              <a:ext uri="{FF2B5EF4-FFF2-40B4-BE49-F238E27FC236}">
                <a16:creationId xmlns:a16="http://schemas.microsoft.com/office/drawing/2014/main" id="{15A4EEF1-B656-4C27-AC49-295967ABADE8}"/>
              </a:ext>
            </a:extLst>
          </p:cNvPr>
          <p:cNvSpPr>
            <a:spLocks noGrp="1"/>
          </p:cNvSpPr>
          <p:nvPr>
            <p:custDataLst>
              <p:tags r:id="rId6"/>
            </p:custDataLst>
          </p:nvPr>
        </p:nvSpPr>
        <p:spPr bwMode="auto">
          <a:xfrm>
            <a:off x="1781175" y="9093200"/>
            <a:ext cx="496888"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9B5967BE-8C54-4330-B585-7E2A0E1EE072}" type="datetime'''0''''''-''''''''10''W'''''''''''''''''''''''''''''''''''''">
              <a:rPr lang="en-US" altLang="en-US" sz="1400" smtClean="0">
                <a:ea typeface="FZVariable-LanTingHeiK Normal" panose="02000600000000000000"/>
              </a:rPr>
              <a:pPr/>
              <a:t>0-10W</a:t>
            </a:fld>
            <a:endParaRPr lang="zh-CN" altLang="en-US" sz="1400" dirty="0">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32" name="Text Placeholder">
            <a:extLst>
              <a:ext uri="{FF2B5EF4-FFF2-40B4-BE49-F238E27FC236}">
                <a16:creationId xmlns:a16="http://schemas.microsoft.com/office/drawing/2014/main" id="{42AF83D8-94AC-43C1-9968-2E0524E113E9}"/>
              </a:ext>
            </a:extLst>
          </p:cNvPr>
          <p:cNvSpPr>
            <a:spLocks noGrp="1"/>
          </p:cNvSpPr>
          <p:nvPr>
            <p:custDataLst>
              <p:tags r:id="rId7"/>
            </p:custDataLst>
          </p:nvPr>
        </p:nvSpPr>
        <p:spPr bwMode="auto">
          <a:xfrm>
            <a:off x="2679700" y="9093200"/>
            <a:ext cx="58737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C8361E8C-46CD-44B8-8DD1-A10B7728953C}" type="datetime'''''10''''-''''''2''''''''''''''0''''''W'">
              <a:rPr lang="en-US" altLang="en-US" sz="1400" smtClean="0">
                <a:ea typeface="FZVariable-LanTingHeiK Normal" panose="02000600000000000000"/>
              </a:rPr>
              <a:pPr/>
              <a:t>10-20W</a:t>
            </a:fld>
            <a:endParaRPr lang="zh-CN" altLang="en-US" sz="1400" dirty="0">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38" name="Text Placeholder">
            <a:extLst>
              <a:ext uri="{FF2B5EF4-FFF2-40B4-BE49-F238E27FC236}">
                <a16:creationId xmlns:a16="http://schemas.microsoft.com/office/drawing/2014/main" id="{A782AA83-6BA2-4F48-A505-5EBCF3420AB5}"/>
              </a:ext>
            </a:extLst>
          </p:cNvPr>
          <p:cNvSpPr>
            <a:spLocks noGrp="1"/>
          </p:cNvSpPr>
          <p:nvPr>
            <p:custDataLst>
              <p:tags r:id="rId8"/>
            </p:custDataLst>
          </p:nvPr>
        </p:nvSpPr>
        <p:spPr bwMode="auto">
          <a:xfrm>
            <a:off x="3624263" y="9093200"/>
            <a:ext cx="58737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FD504896-FE7C-4071-A40E-29B7BCBCCA25}" type="datetime'''''''''''''''2''''''0''''''''-3''''''''''''''''0''''W'''">
              <a:rPr lang="en-US" altLang="en-US" sz="1400" smtClean="0">
                <a:ea typeface="FZVariable-LanTingHeiK Normal" panose="02000600000000000000"/>
              </a:rPr>
              <a:pPr/>
              <a:t>20-30W</a:t>
            </a:fld>
            <a:endParaRPr lang="zh-CN" altLang="en-US" sz="1400" dirty="0">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44" name="Text Placeholder">
            <a:extLst>
              <a:ext uri="{FF2B5EF4-FFF2-40B4-BE49-F238E27FC236}">
                <a16:creationId xmlns:a16="http://schemas.microsoft.com/office/drawing/2014/main" id="{31ED9142-2DA6-41DA-86FF-D2BA117F6546}"/>
              </a:ext>
            </a:extLst>
          </p:cNvPr>
          <p:cNvSpPr>
            <a:spLocks noGrp="1"/>
          </p:cNvSpPr>
          <p:nvPr>
            <p:custDataLst>
              <p:tags r:id="rId9"/>
            </p:custDataLst>
          </p:nvPr>
        </p:nvSpPr>
        <p:spPr bwMode="auto">
          <a:xfrm>
            <a:off x="4570413" y="9093200"/>
            <a:ext cx="58737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BC5A5954-C712-4EF4-91C0-EA299DB063EB}" type="datetime'''''''''''''''''''''3''''''''''0''-''''''50''''''''''''W'''''">
              <a:rPr lang="en-US" altLang="en-US" sz="1400" smtClean="0">
                <a:ea typeface="FZVariable-LanTingHeiK Normal" panose="02000600000000000000"/>
              </a:rPr>
              <a:pPr/>
              <a:t>30-50W</a:t>
            </a:fld>
            <a:endParaRPr lang="zh-CN" altLang="en-US" sz="1400" dirty="0">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50" name="Text Placeholder">
            <a:extLst>
              <a:ext uri="{FF2B5EF4-FFF2-40B4-BE49-F238E27FC236}">
                <a16:creationId xmlns:a16="http://schemas.microsoft.com/office/drawing/2014/main" id="{D4BB2EB9-AFA5-485D-9992-6422DA30983F}"/>
              </a:ext>
            </a:extLst>
          </p:cNvPr>
          <p:cNvSpPr>
            <a:spLocks noGrp="1"/>
          </p:cNvSpPr>
          <p:nvPr>
            <p:custDataLst>
              <p:tags r:id="rId10"/>
            </p:custDataLst>
          </p:nvPr>
        </p:nvSpPr>
        <p:spPr bwMode="auto">
          <a:xfrm>
            <a:off x="5454650" y="9093200"/>
            <a:ext cx="708025" cy="21272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9D3BA431-7774-4359-8539-1B34D844FBC3}" type="datetime'''''''''''''5''''''''''''''''''''''0''''''''''''W以上'''">
              <a:rPr lang="en-US" altLang="en-US" sz="1400" smtClean="0">
                <a:ea typeface="FZVariable-LanTingHeiK Normal" panose="02000600000000000000"/>
              </a:rPr>
              <a:pPr/>
              <a:t>50W以上</a:t>
            </a:fld>
            <a:endParaRPr lang="zh-CN" altLang="en-US" sz="1400" dirty="0">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54" name="矩形 53">
            <a:extLst>
              <a:ext uri="{FF2B5EF4-FFF2-40B4-BE49-F238E27FC236}">
                <a16:creationId xmlns:a16="http://schemas.microsoft.com/office/drawing/2014/main" id="{E307A728-1DC0-472A-AB14-19EA1AC44F12}"/>
              </a:ext>
            </a:extLst>
          </p:cNvPr>
          <p:cNvSpPr/>
          <p:nvPr>
            <p:custDataLst>
              <p:tags r:id="rId11"/>
            </p:custDataLst>
          </p:nvPr>
        </p:nvSpPr>
        <p:spPr bwMode="auto">
          <a:xfrm>
            <a:off x="3492500" y="9464675"/>
            <a:ext cx="214313" cy="160338"/>
          </a:xfrm>
          <a:prstGeom prst="rect">
            <a:avLst/>
          </a:prstGeom>
          <a:solidFill>
            <a:srgbClr val="7FE7AB"/>
          </a:solidFill>
          <a:ln w="25400"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EBAC954E-9857-4B13-92D4-6621D0299E94}"/>
              </a:ext>
            </a:extLst>
          </p:cNvPr>
          <p:cNvSpPr/>
          <p:nvPr>
            <p:custDataLst>
              <p:tags r:id="rId12"/>
            </p:custDataLst>
          </p:nvPr>
        </p:nvSpPr>
        <p:spPr bwMode="auto">
          <a:xfrm>
            <a:off x="1539875" y="9464675"/>
            <a:ext cx="214313" cy="160338"/>
          </a:xfrm>
          <a:prstGeom prst="rect">
            <a:avLst/>
          </a:prstGeom>
          <a:solidFill>
            <a:srgbClr val="00936F"/>
          </a:solidFill>
          <a:ln w="25400"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9A74B878-7651-4B5B-9AFC-70A88FAE0647}"/>
              </a:ext>
            </a:extLst>
          </p:cNvPr>
          <p:cNvSpPr/>
          <p:nvPr>
            <p:custDataLst>
              <p:tags r:id="rId13"/>
            </p:custDataLst>
          </p:nvPr>
        </p:nvSpPr>
        <p:spPr bwMode="auto">
          <a:xfrm>
            <a:off x="4468813" y="9464675"/>
            <a:ext cx="214313" cy="160338"/>
          </a:xfrm>
          <a:prstGeom prst="rect">
            <a:avLst/>
          </a:prstGeom>
          <a:solidFill>
            <a:srgbClr val="8DE0C8"/>
          </a:solidFill>
          <a:ln w="25400"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矩形 56">
            <a:extLst>
              <a:ext uri="{FF2B5EF4-FFF2-40B4-BE49-F238E27FC236}">
                <a16:creationId xmlns:a16="http://schemas.microsoft.com/office/drawing/2014/main" id="{86452E08-354E-436C-ACFE-950031ABB52B}"/>
              </a:ext>
            </a:extLst>
          </p:cNvPr>
          <p:cNvSpPr/>
          <p:nvPr>
            <p:custDataLst>
              <p:tags r:id="rId14"/>
            </p:custDataLst>
          </p:nvPr>
        </p:nvSpPr>
        <p:spPr bwMode="auto">
          <a:xfrm>
            <a:off x="2516188" y="9464675"/>
            <a:ext cx="214313" cy="160338"/>
          </a:xfrm>
          <a:prstGeom prst="rect">
            <a:avLst/>
          </a:prstGeom>
          <a:solidFill>
            <a:srgbClr val="BEFEDA"/>
          </a:solidFill>
          <a:ln w="25400"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2BBDE654-AFC1-483E-B94D-EE322AAABE92}"/>
              </a:ext>
            </a:extLst>
          </p:cNvPr>
          <p:cNvSpPr/>
          <p:nvPr>
            <p:custDataLst>
              <p:tags r:id="rId15"/>
            </p:custDataLst>
          </p:nvPr>
        </p:nvSpPr>
        <p:spPr bwMode="auto">
          <a:xfrm>
            <a:off x="5445125" y="9464675"/>
            <a:ext cx="214313" cy="160338"/>
          </a:xfrm>
          <a:prstGeom prst="rect">
            <a:avLst/>
          </a:prstGeom>
          <a:solidFill>
            <a:srgbClr val="898989"/>
          </a:solidFill>
          <a:ln w="25400"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矩形 59">
            <a:extLst>
              <a:ext uri="{FF2B5EF4-FFF2-40B4-BE49-F238E27FC236}">
                <a16:creationId xmlns:a16="http://schemas.microsoft.com/office/drawing/2014/main" id="{62E9B6D6-93F4-4D3D-A01B-BB3CB58E3E01}"/>
              </a:ext>
            </a:extLst>
          </p:cNvPr>
          <p:cNvSpPr/>
          <p:nvPr>
            <p:custDataLst>
              <p:tags r:id="rId16"/>
            </p:custDataLst>
          </p:nvPr>
        </p:nvSpPr>
        <p:spPr bwMode="auto">
          <a:xfrm>
            <a:off x="3757613" y="9459913"/>
            <a:ext cx="609600" cy="182563"/>
          </a:xfrm>
          <a:prstGeom prst="rect">
            <a:avLst/>
          </a:prstGeom>
          <a:noFill/>
          <a:ln w="254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l">
              <a:spcBef>
                <a:spcPct val="0"/>
              </a:spcBef>
              <a:spcAft>
                <a:spcPct val="0"/>
              </a:spcAft>
            </a:pPr>
            <a:fld id="{BCD21C67-19AE-4D31-96D7-44857063ADAE}" type="datetime'''''横''''''''''测''''''''''''''''''''''''''''''对''比'''''''">
              <a:rPr lang="zh-CN" altLang="en-US" sz="1200" kern="1200" smtClean="0">
                <a:solidFill>
                  <a:schemeClr val="tx1"/>
                </a:solidFill>
                <a:ea typeface="FZVariable-LanTingHeiK Normal" panose="02000600000000000000"/>
              </a:rPr>
              <a:pPr/>
              <a:t>横测对比</a:t>
            </a:fld>
            <a:endParaRPr kumimoji="1" lang="zh-CN" altLang="en-US" sz="1200" kern="1200">
              <a:solidFill>
                <a:schemeClr val="tx1"/>
              </a:solidFill>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61" name="矩形 60">
            <a:extLst>
              <a:ext uri="{FF2B5EF4-FFF2-40B4-BE49-F238E27FC236}">
                <a16:creationId xmlns:a16="http://schemas.microsoft.com/office/drawing/2014/main" id="{311DF458-5178-4D2C-A0EB-227F3CDC4051}"/>
              </a:ext>
            </a:extLst>
          </p:cNvPr>
          <p:cNvSpPr/>
          <p:nvPr>
            <p:custDataLst>
              <p:tags r:id="rId17"/>
            </p:custDataLst>
          </p:nvPr>
        </p:nvSpPr>
        <p:spPr bwMode="auto">
          <a:xfrm>
            <a:off x="4733925" y="9459913"/>
            <a:ext cx="609600" cy="182563"/>
          </a:xfrm>
          <a:prstGeom prst="rect">
            <a:avLst/>
          </a:prstGeom>
          <a:noFill/>
          <a:ln w="254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l">
              <a:spcBef>
                <a:spcPct val="0"/>
              </a:spcBef>
              <a:spcAft>
                <a:spcPct val="0"/>
              </a:spcAft>
            </a:pPr>
            <a:fld id="{31FDBFDA-9034-4C06-9347-A73907ED2054}" type="datetime'''''场''景''体''''''''''''验'''''">
              <a:rPr lang="zh-CN" altLang="en-US" sz="1200" kern="1200" smtClean="0">
                <a:solidFill>
                  <a:schemeClr val="tx1"/>
                </a:solidFill>
                <a:ea typeface="FZVariable-LanTingHeiK Normal" panose="02000600000000000000"/>
              </a:rPr>
              <a:pPr/>
              <a:t>场景体验</a:t>
            </a:fld>
            <a:endParaRPr kumimoji="1" lang="zh-CN" altLang="en-US" sz="1200" kern="1200">
              <a:solidFill>
                <a:schemeClr val="tx1"/>
              </a:solidFill>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62" name="矩形 61">
            <a:extLst>
              <a:ext uri="{FF2B5EF4-FFF2-40B4-BE49-F238E27FC236}">
                <a16:creationId xmlns:a16="http://schemas.microsoft.com/office/drawing/2014/main" id="{3EE50E49-029F-42F5-A163-6B9169B42FAF}"/>
              </a:ext>
            </a:extLst>
          </p:cNvPr>
          <p:cNvSpPr/>
          <p:nvPr>
            <p:custDataLst>
              <p:tags r:id="rId18"/>
            </p:custDataLst>
          </p:nvPr>
        </p:nvSpPr>
        <p:spPr bwMode="auto">
          <a:xfrm>
            <a:off x="2781300" y="9459913"/>
            <a:ext cx="609600" cy="182563"/>
          </a:xfrm>
          <a:prstGeom prst="rect">
            <a:avLst/>
          </a:prstGeom>
          <a:noFill/>
          <a:ln w="254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l">
              <a:spcBef>
                <a:spcPct val="0"/>
              </a:spcBef>
              <a:spcAft>
                <a:spcPct val="0"/>
              </a:spcAft>
            </a:pPr>
            <a:fld id="{1847C1DE-1F1B-4B2C-B36D-13A93F2BE3A0}" type="datetime'''''''''''''''''''''''''''''''价''''''格''''''政策'''''''">
              <a:rPr lang="zh-CN" altLang="en-US" sz="1200" kern="1200" smtClean="0">
                <a:solidFill>
                  <a:schemeClr val="tx1"/>
                </a:solidFill>
                <a:ea typeface="FZVariable-LanTingHeiK Normal" panose="02000600000000000000"/>
              </a:rPr>
              <a:pPr/>
              <a:t>价格政策</a:t>
            </a:fld>
            <a:endParaRPr kumimoji="1" lang="zh-CN" altLang="en-US" sz="1200" kern="1200">
              <a:solidFill>
                <a:schemeClr val="tx1"/>
              </a:solidFill>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63" name="矩形 62">
            <a:extLst>
              <a:ext uri="{FF2B5EF4-FFF2-40B4-BE49-F238E27FC236}">
                <a16:creationId xmlns:a16="http://schemas.microsoft.com/office/drawing/2014/main" id="{50E5BF82-4D64-41F1-8AA3-B14E09AE7615}"/>
              </a:ext>
            </a:extLst>
          </p:cNvPr>
          <p:cNvSpPr/>
          <p:nvPr>
            <p:custDataLst>
              <p:tags r:id="rId19"/>
            </p:custDataLst>
          </p:nvPr>
        </p:nvSpPr>
        <p:spPr bwMode="auto">
          <a:xfrm>
            <a:off x="5710238" y="9459913"/>
            <a:ext cx="609600" cy="182563"/>
          </a:xfrm>
          <a:prstGeom prst="rect">
            <a:avLst/>
          </a:prstGeom>
          <a:noFill/>
          <a:ln w="254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l">
              <a:spcBef>
                <a:spcPct val="0"/>
              </a:spcBef>
              <a:spcAft>
                <a:spcPct val="0"/>
              </a:spcAft>
            </a:pPr>
            <a:fld id="{1B74CBAB-119E-4879-8B9A-4CEE6666DC40}" type="datetime'''''''''''车''''''''''''主''''''''''''''''''''''''''''''口''碑'''">
              <a:rPr lang="zh-CN" altLang="en-US" sz="1200" kern="1200" smtClean="0">
                <a:solidFill>
                  <a:schemeClr val="tx1"/>
                </a:solidFill>
                <a:ea typeface="FZVariable-LanTingHeiK Normal" panose="02000600000000000000"/>
              </a:rPr>
              <a:pPr/>
              <a:t>车主口碑</a:t>
            </a:fld>
            <a:endParaRPr kumimoji="1" lang="zh-CN" altLang="en-US" sz="1200" kern="1200" dirty="0">
              <a:solidFill>
                <a:schemeClr val="tx1"/>
              </a:solidFill>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64" name="矩形 63">
            <a:extLst>
              <a:ext uri="{FF2B5EF4-FFF2-40B4-BE49-F238E27FC236}">
                <a16:creationId xmlns:a16="http://schemas.microsoft.com/office/drawing/2014/main" id="{A6056A7C-DB5F-4B76-9680-17B22DB1CCF5}"/>
              </a:ext>
            </a:extLst>
          </p:cNvPr>
          <p:cNvSpPr/>
          <p:nvPr>
            <p:custDataLst>
              <p:tags r:id="rId20"/>
            </p:custDataLst>
          </p:nvPr>
        </p:nvSpPr>
        <p:spPr bwMode="auto">
          <a:xfrm>
            <a:off x="1804988" y="9459913"/>
            <a:ext cx="609600" cy="182563"/>
          </a:xfrm>
          <a:prstGeom prst="rect">
            <a:avLst/>
          </a:prstGeom>
          <a:noFill/>
          <a:ln w="254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l">
              <a:spcBef>
                <a:spcPct val="0"/>
              </a:spcBef>
              <a:spcAft>
                <a:spcPct val="0"/>
              </a:spcAft>
            </a:pPr>
            <a:fld id="{B7C84994-C7B9-4040-B3AD-AC994CA43732}" type="datetime'''''''''''''''''''产''''''''''''''品''''''卖''点'''''">
              <a:rPr lang="zh-CN" altLang="en-US" sz="1200" kern="1200" smtClean="0">
                <a:solidFill>
                  <a:schemeClr val="tx1"/>
                </a:solidFill>
                <a:ea typeface="FZVariable-LanTingHeiK Normal" panose="02000600000000000000"/>
              </a:rPr>
              <a:pPr/>
              <a:t>产品卖点</a:t>
            </a:fld>
            <a:endParaRPr kumimoji="1" lang="zh-CN" altLang="en-US" sz="1200" kern="1200">
              <a:solidFill>
                <a:schemeClr val="tx1"/>
              </a:solidFill>
              <a:latin typeface="FZVariable-LanTingHeiK Normal" panose="02000600000000000000" pitchFamily="2" charset="-122"/>
              <a:ea typeface="FZVariable-LanTingHeiK Normal" panose="02000600000000000000"/>
              <a:sym typeface="FZVariable-LanTingHeiK Normal" panose="02000600000000000000" pitchFamily="2" charset="-122"/>
            </a:endParaRPr>
          </a:p>
        </p:txBody>
      </p:sp>
      <p:sp>
        <p:nvSpPr>
          <p:cNvPr id="129" name="文本框 128">
            <a:extLst>
              <a:ext uri="{FF2B5EF4-FFF2-40B4-BE49-F238E27FC236}">
                <a16:creationId xmlns:a16="http://schemas.microsoft.com/office/drawing/2014/main" id="{D8083111-9399-4692-9DDF-19F999F8CDBF}"/>
              </a:ext>
            </a:extLst>
          </p:cNvPr>
          <p:cNvSpPr txBox="1"/>
          <p:nvPr/>
        </p:nvSpPr>
        <p:spPr>
          <a:xfrm>
            <a:off x="10077450" y="5264150"/>
            <a:ext cx="3094038" cy="508409"/>
          </a:xfrm>
          <a:prstGeom prst="rect">
            <a:avLst/>
          </a:prstGeom>
          <a:noFill/>
        </p:spPr>
        <p:txBody>
          <a:bodyPr wrap="square">
            <a:spAutoFit/>
          </a:bodyPr>
          <a:lstStyle/>
          <a:p>
            <a:pPr algn="l">
              <a:lnSpc>
                <a:spcPct val="150000"/>
              </a:lnSpc>
            </a:pPr>
            <a:r>
              <a:rPr lang="zh-CN" altLang="en-US" sz="2000" u="none" strike="noStrike" dirty="0">
                <a:solidFill>
                  <a:srgbClr val="00B050"/>
                </a:solidFill>
                <a:effectLst/>
                <a:latin typeface="FZVariable-LanTingHeiK DemiBold" panose="02000600000000000000" pitchFamily="2" charset="-122"/>
                <a:ea typeface="FZVariable-LanTingHeiK DemiBold" panose="02000600000000000000" pitchFamily="2" charset="-122"/>
              </a:rPr>
              <a:t>轿车</a:t>
            </a:r>
            <a:r>
              <a:rPr lang="en-US" altLang="zh-CN" sz="2000" u="none" strike="noStrike" dirty="0">
                <a:solidFill>
                  <a:srgbClr val="00B050"/>
                </a:solidFill>
                <a:effectLst/>
                <a:latin typeface="FZVariable-LanTingHeiK DemiBold" panose="02000600000000000000" pitchFamily="2" charset="-122"/>
                <a:ea typeface="FZVariable-LanTingHeiK DemiBold" panose="02000600000000000000" pitchFamily="2" charset="-122"/>
              </a:rPr>
              <a:t>/SUV</a:t>
            </a:r>
            <a:r>
              <a:rPr lang="zh-CN" altLang="en-US" sz="2000" u="none" strike="noStrike" dirty="0">
                <a:solidFill>
                  <a:srgbClr val="00B050"/>
                </a:solidFill>
                <a:effectLst/>
                <a:latin typeface="FZVariable-LanTingHeiK DemiBold" panose="02000600000000000000" pitchFamily="2" charset="-122"/>
                <a:ea typeface="FZVariable-LanTingHeiK DemiBold" panose="02000600000000000000" pitchFamily="2" charset="-122"/>
              </a:rPr>
              <a:t>用户偏好：</a:t>
            </a:r>
            <a:endParaRPr lang="en-US" altLang="zh-CN" sz="2000" dirty="0">
              <a:solidFill>
                <a:srgbClr val="060607"/>
              </a:solidFill>
              <a:latin typeface="FZVariable-LanTingHeiK DemiBold" panose="02000600000000000000" pitchFamily="2" charset="-122"/>
              <a:ea typeface="FZVariable-LanTingHeiK DemiBold" panose="02000600000000000000" pitchFamily="2" charset="-122"/>
            </a:endParaRPr>
          </a:p>
        </p:txBody>
      </p:sp>
      <p:sp>
        <p:nvSpPr>
          <p:cNvPr id="130" name="文本框 129">
            <a:extLst>
              <a:ext uri="{FF2B5EF4-FFF2-40B4-BE49-F238E27FC236}">
                <a16:creationId xmlns:a16="http://schemas.microsoft.com/office/drawing/2014/main" id="{27EB7CC0-5409-495C-AEA8-B39BDD22914D}"/>
              </a:ext>
            </a:extLst>
          </p:cNvPr>
          <p:cNvSpPr txBox="1"/>
          <p:nvPr/>
        </p:nvSpPr>
        <p:spPr>
          <a:xfrm>
            <a:off x="10047288" y="5668963"/>
            <a:ext cx="2664620" cy="466794"/>
          </a:xfrm>
          <a:prstGeom prst="rect">
            <a:avLst/>
          </a:prstGeom>
          <a:noFill/>
        </p:spPr>
        <p:txBody>
          <a:bodyPr wrap="square">
            <a:spAutoFit/>
          </a:bodyPr>
          <a:lstStyle/>
          <a:p>
            <a:pPr>
              <a:lnSpc>
                <a:spcPct val="150000"/>
              </a:lnSpc>
            </a:pPr>
            <a:r>
              <a:rPr lang="zh-CN" altLang="en-US" dirty="0">
                <a:solidFill>
                  <a:schemeClr val="tx1"/>
                </a:solidFill>
                <a:latin typeface="FZVariable-LanTingHeiK Light" panose="02000600000000000000" pitchFamily="2" charset="-122"/>
                <a:ea typeface="FZVariable-LanTingHeiK Light" panose="02000600000000000000" pitchFamily="2" charset="-122"/>
              </a:rPr>
              <a:t>颜色</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配置</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横测笔记</a:t>
            </a:r>
          </a:p>
        </p:txBody>
      </p:sp>
      <p:sp>
        <p:nvSpPr>
          <p:cNvPr id="132" name="文本框 131">
            <a:extLst>
              <a:ext uri="{FF2B5EF4-FFF2-40B4-BE49-F238E27FC236}">
                <a16:creationId xmlns:a16="http://schemas.microsoft.com/office/drawing/2014/main" id="{B4769A78-6196-471A-B40D-0D470805B37B}"/>
              </a:ext>
            </a:extLst>
          </p:cNvPr>
          <p:cNvSpPr txBox="1"/>
          <p:nvPr/>
        </p:nvSpPr>
        <p:spPr>
          <a:xfrm>
            <a:off x="10107613" y="6810375"/>
            <a:ext cx="2384425" cy="508409"/>
          </a:xfrm>
          <a:prstGeom prst="rect">
            <a:avLst/>
          </a:prstGeom>
          <a:noFill/>
        </p:spPr>
        <p:txBody>
          <a:bodyPr wrap="square">
            <a:spAutoFit/>
          </a:bodyPr>
          <a:lstStyle/>
          <a:p>
            <a:pPr algn="l">
              <a:lnSpc>
                <a:spcPct val="150000"/>
              </a:lnSpc>
            </a:pPr>
            <a:r>
              <a:rPr lang="zh-CN" altLang="en-US" sz="2000" dirty="0">
                <a:solidFill>
                  <a:srgbClr val="00B050"/>
                </a:solidFill>
                <a:latin typeface="FZVariable-LanTingHeiK DemiBold" panose="02000600000000000000" pitchFamily="2" charset="-122"/>
                <a:ea typeface="FZVariable-LanTingHeiK DemiBold" panose="02000600000000000000" pitchFamily="2" charset="-122"/>
              </a:rPr>
              <a:t>跑车用户偏好</a:t>
            </a:r>
            <a:r>
              <a:rPr lang="zh-CN" altLang="en-US" sz="2000" u="none" strike="noStrike" dirty="0">
                <a:solidFill>
                  <a:srgbClr val="00B050"/>
                </a:solidFill>
                <a:effectLst/>
                <a:latin typeface="FZVariable-LanTingHeiK DemiBold" panose="02000600000000000000" pitchFamily="2" charset="-122"/>
                <a:ea typeface="FZVariable-LanTingHeiK DemiBold" panose="02000600000000000000" pitchFamily="2" charset="-122"/>
              </a:rPr>
              <a:t>：</a:t>
            </a:r>
            <a:endParaRPr lang="en-US" altLang="zh-CN" sz="2000" dirty="0">
              <a:solidFill>
                <a:schemeClr val="tx1"/>
              </a:solidFill>
              <a:latin typeface="FZVariable-LanTingHeiK DemiBold" panose="02000600000000000000" pitchFamily="2" charset="-122"/>
              <a:ea typeface="FZVariable-LanTingHeiK DemiBold" panose="02000600000000000000" pitchFamily="2" charset="-122"/>
            </a:endParaRPr>
          </a:p>
        </p:txBody>
      </p:sp>
      <p:sp>
        <p:nvSpPr>
          <p:cNvPr id="133" name="文本框 132">
            <a:extLst>
              <a:ext uri="{FF2B5EF4-FFF2-40B4-BE49-F238E27FC236}">
                <a16:creationId xmlns:a16="http://schemas.microsoft.com/office/drawing/2014/main" id="{5B8AEE29-870F-450E-A86E-7D0CB7D74491}"/>
              </a:ext>
            </a:extLst>
          </p:cNvPr>
          <p:cNvSpPr txBox="1"/>
          <p:nvPr/>
        </p:nvSpPr>
        <p:spPr>
          <a:xfrm>
            <a:off x="10066338" y="7283450"/>
            <a:ext cx="2619375" cy="466794"/>
          </a:xfrm>
          <a:prstGeom prst="rect">
            <a:avLst/>
          </a:prstGeom>
          <a:noFill/>
        </p:spPr>
        <p:txBody>
          <a:bodyPr wrap="square">
            <a:spAutoFit/>
          </a:bodyPr>
          <a:lstStyle/>
          <a:p>
            <a:pPr algn="l">
              <a:lnSpc>
                <a:spcPct val="150000"/>
              </a:lnSpc>
            </a:pPr>
            <a:r>
              <a:rPr lang="zh-CN" altLang="en-US" dirty="0">
                <a:solidFill>
                  <a:schemeClr val="tx1"/>
                </a:solidFill>
                <a:latin typeface="FZVariable-LanTingHeiK Light" panose="02000600000000000000" pitchFamily="2" charset="-122"/>
                <a:ea typeface="FZVariable-LanTingHeiK Light" panose="02000600000000000000" pitchFamily="2" charset="-122"/>
              </a:rPr>
              <a:t>颜色</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车主口碑和分享</a:t>
            </a:r>
          </a:p>
        </p:txBody>
      </p:sp>
      <p:sp>
        <p:nvSpPr>
          <p:cNvPr id="134" name="文本框 133">
            <a:extLst>
              <a:ext uri="{FF2B5EF4-FFF2-40B4-BE49-F238E27FC236}">
                <a16:creationId xmlns:a16="http://schemas.microsoft.com/office/drawing/2014/main" id="{F8783954-C140-426F-8483-7D10098A0AE9}"/>
              </a:ext>
            </a:extLst>
          </p:cNvPr>
          <p:cNvSpPr txBox="1"/>
          <p:nvPr/>
        </p:nvSpPr>
        <p:spPr>
          <a:xfrm>
            <a:off x="10045699" y="8108950"/>
            <a:ext cx="2693637" cy="508409"/>
          </a:xfrm>
          <a:prstGeom prst="rect">
            <a:avLst/>
          </a:prstGeom>
          <a:noFill/>
        </p:spPr>
        <p:txBody>
          <a:bodyPr wrap="square">
            <a:spAutoFit/>
          </a:bodyPr>
          <a:lstStyle/>
          <a:p>
            <a:pPr algn="l">
              <a:lnSpc>
                <a:spcPct val="150000"/>
              </a:lnSpc>
            </a:pPr>
            <a:r>
              <a:rPr lang="en-US" altLang="zh-CN" sz="2000" dirty="0">
                <a:solidFill>
                  <a:srgbClr val="00B050"/>
                </a:solidFill>
                <a:latin typeface="FZVariable-LanTingHeiK DemiBold" panose="02000600000000000000" pitchFamily="2" charset="-122"/>
                <a:ea typeface="FZVariable-LanTingHeiK DemiBold" panose="02000600000000000000" pitchFamily="2" charset="-122"/>
              </a:rPr>
              <a:t>MPV</a:t>
            </a:r>
            <a:r>
              <a:rPr lang="zh-CN" altLang="en-US" sz="2000" dirty="0">
                <a:solidFill>
                  <a:srgbClr val="00B050"/>
                </a:solidFill>
                <a:latin typeface="FZVariable-LanTingHeiK DemiBold" panose="02000600000000000000" pitchFamily="2" charset="-122"/>
                <a:ea typeface="FZVariable-LanTingHeiK DemiBold" panose="02000600000000000000" pitchFamily="2" charset="-122"/>
              </a:rPr>
              <a:t>用户偏好</a:t>
            </a:r>
            <a:r>
              <a:rPr lang="zh-CN" altLang="en-US" sz="2000" u="none" strike="noStrike" dirty="0">
                <a:solidFill>
                  <a:srgbClr val="00B050"/>
                </a:solidFill>
                <a:effectLst/>
                <a:latin typeface="FZVariable-LanTingHeiK DemiBold" panose="02000600000000000000" pitchFamily="2" charset="-122"/>
                <a:ea typeface="FZVariable-LanTingHeiK DemiBold" panose="02000600000000000000" pitchFamily="2" charset="-122"/>
              </a:rPr>
              <a:t>：</a:t>
            </a:r>
            <a:endParaRPr lang="en-US" altLang="zh-CN" sz="2000" dirty="0">
              <a:solidFill>
                <a:schemeClr val="tx1"/>
              </a:solidFill>
              <a:latin typeface="FZVariable-LanTingHeiK DemiBold" panose="02000600000000000000" pitchFamily="2" charset="-122"/>
              <a:ea typeface="FZVariable-LanTingHeiK DemiBold" panose="02000600000000000000" pitchFamily="2" charset="-122"/>
            </a:endParaRPr>
          </a:p>
        </p:txBody>
      </p:sp>
      <p:sp>
        <p:nvSpPr>
          <p:cNvPr id="135" name="文本框 134">
            <a:extLst>
              <a:ext uri="{FF2B5EF4-FFF2-40B4-BE49-F238E27FC236}">
                <a16:creationId xmlns:a16="http://schemas.microsoft.com/office/drawing/2014/main" id="{CAA6E811-9FD9-44FA-BE29-8E703E4537C8}"/>
              </a:ext>
            </a:extLst>
          </p:cNvPr>
          <p:cNvSpPr txBox="1"/>
          <p:nvPr/>
        </p:nvSpPr>
        <p:spPr>
          <a:xfrm>
            <a:off x="10064750" y="8534400"/>
            <a:ext cx="2620963" cy="874713"/>
          </a:xfrm>
          <a:prstGeom prst="rect">
            <a:avLst/>
          </a:prstGeom>
          <a:noFill/>
        </p:spPr>
        <p:txBody>
          <a:bodyPr wrap="square">
            <a:spAutoFit/>
          </a:bodyPr>
          <a:lstStyle/>
          <a:p>
            <a:pPr algn="l">
              <a:lnSpc>
                <a:spcPct val="150000"/>
              </a:lnSpc>
              <a:buNone/>
            </a:pPr>
            <a:r>
              <a:rPr lang="zh-CN" altLang="en-US" dirty="0">
                <a:solidFill>
                  <a:schemeClr val="tx1"/>
                </a:solidFill>
                <a:latin typeface="FZVariable-LanTingHeiK Light" panose="02000600000000000000" pitchFamily="2" charset="-122"/>
                <a:ea typeface="FZVariable-LanTingHeiK Light" panose="02000600000000000000" pitchFamily="2" charset="-122"/>
              </a:rPr>
              <a:t>结构</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底盘</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空间</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配置</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内饰</a:t>
            </a:r>
            <a:r>
              <a:rPr lang="en-US" altLang="zh-CN" dirty="0">
                <a:solidFill>
                  <a:schemeClr val="tx1"/>
                </a:solidFill>
                <a:latin typeface="FZVariable-LanTingHeiK Light" panose="02000600000000000000" pitchFamily="2" charset="-122"/>
                <a:ea typeface="FZVariable-LanTingHeiK Light" panose="02000600000000000000" pitchFamily="2" charset="-122"/>
              </a:rPr>
              <a:t>/</a:t>
            </a:r>
            <a:r>
              <a:rPr lang="zh-CN" altLang="en-US" dirty="0">
                <a:solidFill>
                  <a:schemeClr val="tx1"/>
                </a:solidFill>
                <a:latin typeface="FZVariable-LanTingHeiK Light" panose="02000600000000000000" pitchFamily="2" charset="-122"/>
                <a:ea typeface="FZVariable-LanTingHeiK Light" panose="02000600000000000000" pitchFamily="2" charset="-122"/>
              </a:rPr>
              <a:t>场景体验</a:t>
            </a:r>
            <a:endParaRPr lang="en-US" altLang="zh-CN" dirty="0">
              <a:solidFill>
                <a:schemeClr val="tx1"/>
              </a:solidFill>
              <a:latin typeface="FZVariable-LanTingHeiK Light" panose="02000600000000000000" pitchFamily="2" charset="-122"/>
              <a:ea typeface="FZVariable-LanTingHeiK Light" panose="02000600000000000000" pitchFamily="2" charset="-122"/>
            </a:endParaRPr>
          </a:p>
        </p:txBody>
      </p:sp>
      <p:pic>
        <p:nvPicPr>
          <p:cNvPr id="11" name="图片 10">
            <a:extLst>
              <a:ext uri="{FF2B5EF4-FFF2-40B4-BE49-F238E27FC236}">
                <a16:creationId xmlns:a16="http://schemas.microsoft.com/office/drawing/2014/main" id="{CDC22935-3C3B-4CD8-80C5-D9964EEC05C4}"/>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7348538" y="5368925"/>
            <a:ext cx="2362099" cy="1120775"/>
          </a:xfrm>
          <a:prstGeom prst="rect">
            <a:avLst/>
          </a:prstGeom>
        </p:spPr>
      </p:pic>
      <p:pic>
        <p:nvPicPr>
          <p:cNvPr id="13" name="图片 12">
            <a:extLst>
              <a:ext uri="{FF2B5EF4-FFF2-40B4-BE49-F238E27FC236}">
                <a16:creationId xmlns:a16="http://schemas.microsoft.com/office/drawing/2014/main" id="{157A1A1D-196A-4E9F-A387-000814591ECD}"/>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7261225" y="6759575"/>
            <a:ext cx="2537108" cy="1236663"/>
          </a:xfrm>
          <a:prstGeom prst="rect">
            <a:avLst/>
          </a:prstGeom>
        </p:spPr>
      </p:pic>
      <p:pic>
        <p:nvPicPr>
          <p:cNvPr id="15" name="图片 14">
            <a:extLst>
              <a:ext uri="{FF2B5EF4-FFF2-40B4-BE49-F238E27FC236}">
                <a16:creationId xmlns:a16="http://schemas.microsoft.com/office/drawing/2014/main" id="{1063C5E4-78A0-4C99-987D-BA5C449BC7AA}"/>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7348538" y="8291513"/>
            <a:ext cx="2568098" cy="1227138"/>
          </a:xfrm>
          <a:prstGeom prst="rect">
            <a:avLst/>
          </a:prstGeom>
        </p:spPr>
      </p:pic>
      <p:sp>
        <p:nvSpPr>
          <p:cNvPr id="148" name="文本框 147">
            <a:extLst>
              <a:ext uri="{FF2B5EF4-FFF2-40B4-BE49-F238E27FC236}">
                <a16:creationId xmlns:a16="http://schemas.microsoft.com/office/drawing/2014/main" id="{C645EE21-768F-44B8-8959-30229BC0DFD9}"/>
              </a:ext>
            </a:extLst>
          </p:cNvPr>
          <p:cNvSpPr txBox="1"/>
          <p:nvPr/>
        </p:nvSpPr>
        <p:spPr>
          <a:xfrm>
            <a:off x="16268700" y="6432550"/>
            <a:ext cx="2778125" cy="439738"/>
          </a:xfrm>
          <a:prstGeom prst="rect">
            <a:avLst/>
          </a:prstGeom>
          <a:noFill/>
        </p:spPr>
        <p:txBody>
          <a:bodyPr wrap="square">
            <a:spAutoFit/>
          </a:bodyPr>
          <a:lstStyle/>
          <a:p>
            <a:pPr algn="ctr">
              <a:lnSpc>
                <a:spcPct val="120000"/>
              </a:lnSpc>
            </a:pPr>
            <a:r>
              <a:rPr kumimoji="1" lang="zh-CN" altLang="en-US" dirty="0">
                <a:solidFill>
                  <a:schemeClr val="tx1"/>
                </a:solidFill>
                <a:latin typeface="FZVariable-LanTingHeiK Light" panose="02000600000000000000" pitchFamily="2" charset="-122"/>
                <a:ea typeface="FZVariable-LanTingHeiK Light" panose="02000600000000000000" pitchFamily="2" charset="-122"/>
              </a:rPr>
              <a:t>用户阅读车型</a:t>
            </a:r>
            <a:r>
              <a:rPr kumimoji="1" lang="zh-CN" altLang="en-US" sz="2000" dirty="0">
                <a:solidFill>
                  <a:srgbClr val="06B851"/>
                </a:solidFill>
                <a:latin typeface="FZVARIABLE-LANTINGHEIK MEDIUM" panose="02000600000000000000" pitchFamily="2" charset="-122"/>
                <a:ea typeface="FZVARIABLE-LANTINGHEIK MEDIUM" panose="02000600000000000000" pitchFamily="2" charset="-122"/>
              </a:rPr>
              <a:t>颜色</a:t>
            </a:r>
            <a:r>
              <a:rPr kumimoji="1" lang="zh-CN" altLang="en-US" dirty="0">
                <a:solidFill>
                  <a:schemeClr val="tx1"/>
                </a:solidFill>
                <a:latin typeface="FZVariable-LanTingHeiK Light" panose="02000600000000000000" pitchFamily="2" charset="-122"/>
                <a:ea typeface="FZVariable-LanTingHeiK Light" panose="02000600000000000000" pitchFamily="2" charset="-122"/>
              </a:rPr>
              <a:t>占比</a:t>
            </a:r>
          </a:p>
        </p:txBody>
      </p:sp>
      <p:sp>
        <p:nvSpPr>
          <p:cNvPr id="150" name="文本框 149">
            <a:extLst>
              <a:ext uri="{FF2B5EF4-FFF2-40B4-BE49-F238E27FC236}">
                <a16:creationId xmlns:a16="http://schemas.microsoft.com/office/drawing/2014/main" id="{BA48D471-480E-44B6-BDD2-8CA3CF271B34}"/>
              </a:ext>
            </a:extLst>
          </p:cNvPr>
          <p:cNvSpPr txBox="1"/>
          <p:nvPr/>
        </p:nvSpPr>
        <p:spPr>
          <a:xfrm>
            <a:off x="16392525" y="9064625"/>
            <a:ext cx="2527300" cy="439159"/>
          </a:xfrm>
          <a:prstGeom prst="rect">
            <a:avLst/>
          </a:prstGeom>
          <a:noFill/>
        </p:spPr>
        <p:txBody>
          <a:bodyPr wrap="square">
            <a:spAutoFit/>
          </a:bodyPr>
          <a:lstStyle/>
          <a:p>
            <a:pPr>
              <a:lnSpc>
                <a:spcPct val="120000"/>
              </a:lnSpc>
            </a:pPr>
            <a:r>
              <a:rPr kumimoji="1" lang="zh-CN" altLang="en-US" dirty="0">
                <a:solidFill>
                  <a:schemeClr val="tx1"/>
                </a:solidFill>
                <a:latin typeface="FZVariable-LanTingHeiK Light" panose="02000600000000000000" pitchFamily="2" charset="-122"/>
                <a:ea typeface="FZVariable-LanTingHeiK Light" panose="02000600000000000000" pitchFamily="2" charset="-122"/>
              </a:rPr>
              <a:t>用户阅读车型</a:t>
            </a:r>
            <a:r>
              <a:rPr kumimoji="1" lang="zh-CN" altLang="en-US" sz="2000" dirty="0">
                <a:solidFill>
                  <a:srgbClr val="06B851"/>
                </a:solidFill>
                <a:latin typeface="FZVARIABLE-LANTINGHEIK MEDIUM" panose="02000600000000000000" pitchFamily="2" charset="-122"/>
                <a:ea typeface="FZVARIABLE-LANTINGHEIK MEDIUM" panose="02000600000000000000" pitchFamily="2" charset="-122"/>
              </a:rPr>
              <a:t>配置</a:t>
            </a:r>
            <a:r>
              <a:rPr kumimoji="1" lang="zh-CN" altLang="en-US" dirty="0">
                <a:solidFill>
                  <a:schemeClr val="tx1"/>
                </a:solidFill>
                <a:latin typeface="FZVariable-LanTingHeiK Light" panose="02000600000000000000" pitchFamily="2" charset="-122"/>
                <a:ea typeface="FZVariable-LanTingHeiK Light" panose="02000600000000000000" pitchFamily="2" charset="-122"/>
              </a:rPr>
              <a:t>占比</a:t>
            </a:r>
          </a:p>
        </p:txBody>
      </p:sp>
      <p:pic>
        <p:nvPicPr>
          <p:cNvPr id="18" name="图片 17">
            <a:extLst>
              <a:ext uri="{FF2B5EF4-FFF2-40B4-BE49-F238E27FC236}">
                <a16:creationId xmlns:a16="http://schemas.microsoft.com/office/drawing/2014/main" id="{78C9E177-ECE5-4B25-A9DA-DFDA2EAA48F8}"/>
              </a:ext>
            </a:extLst>
          </p:cNvPr>
          <p:cNvPicPr>
            <a:picLocks noChangeAspect="1"/>
          </p:cNvPicPr>
          <p:nvPr/>
        </p:nvPicPr>
        <p:blipFill rotWithShape="1">
          <a:blip r:embed="rId30" cstate="print">
            <a:extLst>
              <a:ext uri="{28A0092B-C50C-407E-A947-70E740481C1C}">
                <a14:useLocalDpi xmlns:a14="http://schemas.microsoft.com/office/drawing/2010/main" val="0"/>
              </a:ext>
            </a:extLst>
          </a:blip>
          <a:srcRect l="11323" t="7935" r="12250" b="46920"/>
          <a:stretch/>
        </p:blipFill>
        <p:spPr>
          <a:xfrm>
            <a:off x="13654088" y="7285038"/>
            <a:ext cx="2187021" cy="2643188"/>
          </a:xfrm>
          <a:prstGeom prst="roundRect">
            <a:avLst>
              <a:gd name="adj" fmla="val 8594"/>
            </a:avLst>
          </a:prstGeom>
          <a:solidFill>
            <a:srgbClr val="FFFFFF">
              <a:shade val="85000"/>
            </a:srgbClr>
          </a:solidFill>
          <a:ln>
            <a:noFill/>
          </a:ln>
          <a:effectLst>
            <a:reflection endPos="0" dist="5000" dir="5400000" sy="-100000" algn="bl" rotWithShape="0"/>
          </a:effectLst>
        </p:spPr>
      </p:pic>
      <p:pic>
        <p:nvPicPr>
          <p:cNvPr id="20" name="图片 19">
            <a:extLst>
              <a:ext uri="{FF2B5EF4-FFF2-40B4-BE49-F238E27FC236}">
                <a16:creationId xmlns:a16="http://schemas.microsoft.com/office/drawing/2014/main" id="{D0AB8658-0C17-4847-A4D9-164E8039A75B}"/>
              </a:ext>
            </a:extLst>
          </p:cNvPr>
          <p:cNvPicPr>
            <a:picLocks noChangeAspect="1"/>
          </p:cNvPicPr>
          <p:nvPr/>
        </p:nvPicPr>
        <p:blipFill rotWithShape="1">
          <a:blip r:embed="rId31" cstate="print">
            <a:extLst>
              <a:ext uri="{28A0092B-C50C-407E-A947-70E740481C1C}">
                <a14:useLocalDpi xmlns:a14="http://schemas.microsoft.com/office/drawing/2010/main" val="0"/>
              </a:ext>
            </a:extLst>
          </a:blip>
          <a:srcRect t="19452" b="27388"/>
          <a:stretch/>
        </p:blipFill>
        <p:spPr>
          <a:xfrm>
            <a:off x="13663613" y="4860925"/>
            <a:ext cx="2152018" cy="2341563"/>
          </a:xfrm>
          <a:prstGeom prst="roundRect">
            <a:avLst>
              <a:gd name="adj" fmla="val 8594"/>
            </a:avLst>
          </a:prstGeom>
          <a:solidFill>
            <a:srgbClr val="FFFFFF">
              <a:shade val="85000"/>
            </a:srgbClr>
          </a:solidFill>
          <a:ln>
            <a:noFill/>
          </a:ln>
          <a:effectLst>
            <a:reflection endPos="0" dist="5000" dir="5400000" sy="-100000" algn="bl" rotWithShape="0"/>
          </a:effectLst>
        </p:spPr>
      </p:pic>
      <p:sp>
        <p:nvSpPr>
          <p:cNvPr id="161" name="下箭头 46">
            <a:extLst>
              <a:ext uri="{FF2B5EF4-FFF2-40B4-BE49-F238E27FC236}">
                <a16:creationId xmlns:a16="http://schemas.microsoft.com/office/drawing/2014/main" id="{6813BCF4-2C74-4517-9AB0-8962FB4F667A}"/>
              </a:ext>
            </a:extLst>
          </p:cNvPr>
          <p:cNvSpPr/>
          <p:nvPr/>
        </p:nvSpPr>
        <p:spPr>
          <a:xfrm rot="16200000">
            <a:off x="6299200" y="6205538"/>
            <a:ext cx="1076325" cy="1109663"/>
          </a:xfrm>
          <a:prstGeom prst="downArrow">
            <a:avLst/>
          </a:prstGeom>
          <a:gradFill flip="none" rotWithShape="1">
            <a:gsLst>
              <a:gs pos="0">
                <a:srgbClr val="00DE7F"/>
              </a:gs>
              <a:gs pos="98000">
                <a:srgbClr val="00DE7F">
                  <a:alpha val="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1200" cap="none" spc="0" normalizeH="0" baseline="0" noProof="0">
              <a:ln>
                <a:noFill/>
              </a:ln>
              <a:solidFill>
                <a:prstClr val="white"/>
              </a:solidFill>
              <a:effectLst/>
              <a:uLnTx/>
              <a:uFillTx/>
              <a:latin typeface="FZLanTingHei-DB-GBK" panose="02000000000000000000" pitchFamily="2" charset="-122"/>
              <a:ea typeface="FZLanTingHei-DB-GBK" panose="02000000000000000000" pitchFamily="2" charset="-122"/>
              <a:cs typeface="+mn-cs"/>
            </a:endParaRPr>
          </a:p>
        </p:txBody>
      </p:sp>
      <p:sp>
        <p:nvSpPr>
          <p:cNvPr id="162" name="下箭头 46">
            <a:extLst>
              <a:ext uri="{FF2B5EF4-FFF2-40B4-BE49-F238E27FC236}">
                <a16:creationId xmlns:a16="http://schemas.microsoft.com/office/drawing/2014/main" id="{D19FD7C0-13A4-40E2-BF62-0AC4405F90FA}"/>
              </a:ext>
            </a:extLst>
          </p:cNvPr>
          <p:cNvSpPr/>
          <p:nvPr/>
        </p:nvSpPr>
        <p:spPr>
          <a:xfrm rot="16200000">
            <a:off x="12371388" y="6226175"/>
            <a:ext cx="1074738" cy="1109663"/>
          </a:xfrm>
          <a:prstGeom prst="downArrow">
            <a:avLst/>
          </a:prstGeom>
          <a:gradFill flip="none" rotWithShape="1">
            <a:gsLst>
              <a:gs pos="0">
                <a:srgbClr val="00DE7F"/>
              </a:gs>
              <a:gs pos="98000">
                <a:srgbClr val="00DE7F">
                  <a:alpha val="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1200" cap="none" spc="0" normalizeH="0" baseline="0" noProof="0" dirty="0">
              <a:ln>
                <a:noFill/>
              </a:ln>
              <a:solidFill>
                <a:prstClr val="white"/>
              </a:solidFill>
              <a:effectLst/>
              <a:uLnTx/>
              <a:uFillTx/>
              <a:latin typeface="FZLanTingHei-DB-GBK" panose="02000000000000000000" pitchFamily="2" charset="-122"/>
              <a:ea typeface="FZLanTingHei-DB-GBK" panose="02000000000000000000" pitchFamily="2" charset="-122"/>
              <a:cs typeface="+mn-cs"/>
            </a:endParaRPr>
          </a:p>
        </p:txBody>
      </p:sp>
      <p:sp>
        <p:nvSpPr>
          <p:cNvPr id="165" name="object 3">
            <a:extLst>
              <a:ext uri="{FF2B5EF4-FFF2-40B4-BE49-F238E27FC236}">
                <a16:creationId xmlns:a16="http://schemas.microsoft.com/office/drawing/2014/main" id="{F7F78E32-1CF2-47E0-B343-C678E2446BB7}"/>
              </a:ext>
            </a:extLst>
          </p:cNvPr>
          <p:cNvSpPr txBox="1">
            <a:spLocks/>
          </p:cNvSpPr>
          <p:nvPr/>
        </p:nvSpPr>
        <p:spPr>
          <a:xfrm>
            <a:off x="1341438" y="4313238"/>
            <a:ext cx="5335588" cy="950900"/>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lgn="ctr">
              <a:spcBef>
                <a:spcPts val="115"/>
              </a:spcBef>
            </a:pPr>
            <a:r>
              <a:rPr lang="zh-CN" altLang="en-US" sz="2000" b="0" spc="-20" dirty="0">
                <a:solidFill>
                  <a:schemeClr val="tx1"/>
                </a:solidFill>
                <a:latin typeface="FZVariable-LanTingHeiK Normal" panose="02000600000000000000" pitchFamily="2" charset="-122"/>
                <a:ea typeface="FZVariable-LanTingHeiK Normal" panose="02000600000000000000" pitchFamily="2" charset="-122"/>
              </a:rPr>
              <a:t>产品卖点为各价位车型用户普遍关注内容</a:t>
            </a:r>
          </a:p>
          <a:p>
            <a:pPr marL="12700" algn="ctr">
              <a:spcBef>
                <a:spcPts val="115"/>
              </a:spcBef>
            </a:pPr>
            <a:br>
              <a:rPr lang="zh-CN" altLang="en-US" sz="2000" b="0" spc="-20" dirty="0">
                <a:solidFill>
                  <a:schemeClr val="tx1"/>
                </a:solidFill>
                <a:latin typeface="FZVariable-LanTingHeiK Normal" panose="02000600000000000000" pitchFamily="2" charset="-122"/>
                <a:ea typeface="FZVariable-LanTingHeiK Normal" panose="02000600000000000000" pitchFamily="2" charset="-122"/>
              </a:rPr>
            </a:br>
            <a:endParaRPr lang="zh-CN" altLang="en-US" sz="2000" b="0" spc="-20" dirty="0">
              <a:solidFill>
                <a:schemeClr val="tx1"/>
              </a:solidFill>
              <a:latin typeface="FZVariable-LanTingHeiK Normal" panose="02000600000000000000" pitchFamily="2" charset="-122"/>
              <a:ea typeface="FZVariable-LanTingHeiK Normal" panose="02000600000000000000" pitchFamily="2" charset="-122"/>
            </a:endParaRPr>
          </a:p>
        </p:txBody>
      </p:sp>
      <p:sp>
        <p:nvSpPr>
          <p:cNvPr id="186" name="object 3">
            <a:extLst>
              <a:ext uri="{FF2B5EF4-FFF2-40B4-BE49-F238E27FC236}">
                <a16:creationId xmlns:a16="http://schemas.microsoft.com/office/drawing/2014/main" id="{3360AF2C-9A8B-44CB-949E-E6225D1E405B}"/>
              </a:ext>
            </a:extLst>
          </p:cNvPr>
          <p:cNvSpPr txBox="1">
            <a:spLocks/>
          </p:cNvSpPr>
          <p:nvPr/>
        </p:nvSpPr>
        <p:spPr>
          <a:xfrm>
            <a:off x="13585825" y="4313238"/>
            <a:ext cx="5200650" cy="322263"/>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lgn="ctr">
              <a:spcBef>
                <a:spcPts val="115"/>
              </a:spcBef>
            </a:pPr>
            <a:r>
              <a:rPr lang="zh-CN" altLang="en-US" sz="2000" b="0" spc="-20" dirty="0">
                <a:solidFill>
                  <a:schemeClr val="tx1"/>
                </a:solidFill>
                <a:latin typeface="FZVariable-LanTingHeiK Normal" panose="02000600000000000000" pitchFamily="2" charset="-122"/>
                <a:ea typeface="FZVariable-LanTingHeiK Normal" panose="02000600000000000000" pitchFamily="2" charset="-122"/>
              </a:rPr>
              <a:t>颜色与配置，成跨车型共性关注</a:t>
            </a:r>
          </a:p>
        </p:txBody>
      </p:sp>
      <p:sp>
        <p:nvSpPr>
          <p:cNvPr id="187" name="矩形: 圆角 16">
            <a:extLst>
              <a:ext uri="{FF2B5EF4-FFF2-40B4-BE49-F238E27FC236}">
                <a16:creationId xmlns:a16="http://schemas.microsoft.com/office/drawing/2014/main" id="{B72423CB-B45A-4444-8C57-302246388519}"/>
              </a:ext>
            </a:extLst>
          </p:cNvPr>
          <p:cNvSpPr/>
          <p:nvPr/>
        </p:nvSpPr>
        <p:spPr>
          <a:xfrm>
            <a:off x="8457803" y="3473916"/>
            <a:ext cx="2982913" cy="538163"/>
          </a:xfrm>
          <a:prstGeom prst="roundRect">
            <a:avLst>
              <a:gd name="adj" fmla="val 50000"/>
            </a:avLst>
          </a:prstGeom>
          <a:solidFill>
            <a:srgbClr val="06B85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12700" algn="ctr">
              <a:spcBef>
                <a:spcPts val="110"/>
              </a:spcBef>
            </a:pPr>
            <a:r>
              <a:rPr lang="zh-CN" altLang="en-US" sz="2400" spc="-20" dirty="0">
                <a:solidFill>
                  <a:schemeClr val="tx1"/>
                </a:solidFill>
                <a:latin typeface="FZVariable-LanTingHeiK DemiBold" panose="02000600000000000000" pitchFamily="2" charset="-122"/>
                <a:ea typeface="FZVariable-LanTingHeiK DemiBold" panose="02000600000000000000" pitchFamily="2" charset="-122"/>
              </a:rPr>
              <a:t>差异化偏好</a:t>
            </a:r>
          </a:p>
        </p:txBody>
      </p:sp>
      <p:sp>
        <p:nvSpPr>
          <p:cNvPr id="188" name="矩形: 圆角 16">
            <a:extLst>
              <a:ext uri="{FF2B5EF4-FFF2-40B4-BE49-F238E27FC236}">
                <a16:creationId xmlns:a16="http://schemas.microsoft.com/office/drawing/2014/main" id="{A7030B3F-D161-4214-971C-B56C9383C2FE}"/>
              </a:ext>
            </a:extLst>
          </p:cNvPr>
          <p:cNvSpPr/>
          <p:nvPr/>
        </p:nvSpPr>
        <p:spPr>
          <a:xfrm>
            <a:off x="14935200" y="3486944"/>
            <a:ext cx="2667000" cy="536575"/>
          </a:xfrm>
          <a:prstGeom prst="roundRect">
            <a:avLst>
              <a:gd name="adj" fmla="val 50000"/>
            </a:avLst>
          </a:prstGeom>
          <a:solidFill>
            <a:srgbClr val="06B85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12700" algn="ctr">
              <a:spcBef>
                <a:spcPts val="110"/>
              </a:spcBef>
            </a:pPr>
            <a:r>
              <a:rPr lang="zh-CN" altLang="en-US" sz="2400" spc="-20" dirty="0">
                <a:solidFill>
                  <a:schemeClr val="tx1"/>
                </a:solidFill>
                <a:latin typeface="FZVariable-LanTingHeiK DemiBold" panose="02000600000000000000" pitchFamily="2" charset="-122"/>
                <a:ea typeface="FZVariable-LanTingHeiK DemiBold" panose="02000600000000000000" pitchFamily="2" charset="-122"/>
              </a:rPr>
              <a:t>共性关注焦点</a:t>
            </a:r>
          </a:p>
        </p:txBody>
      </p:sp>
      <p:cxnSp>
        <p:nvCxnSpPr>
          <p:cNvPr id="140" name="直接箭头连接符 139">
            <a:extLst>
              <a:ext uri="{FF2B5EF4-FFF2-40B4-BE49-F238E27FC236}">
                <a16:creationId xmlns:a16="http://schemas.microsoft.com/office/drawing/2014/main" id="{9CEE2108-50D3-405F-9C3D-656E8A842177}"/>
              </a:ext>
            </a:extLst>
          </p:cNvPr>
          <p:cNvCxnSpPr>
            <a:cxnSpLocks/>
            <a:stCxn id="171" idx="3"/>
            <a:endCxn id="187" idx="1"/>
          </p:cNvCxnSpPr>
          <p:nvPr/>
        </p:nvCxnSpPr>
        <p:spPr>
          <a:xfrm>
            <a:off x="5187950" y="3729832"/>
            <a:ext cx="3269853" cy="13166"/>
          </a:xfrm>
          <a:prstGeom prst="straightConnector1">
            <a:avLst/>
          </a:prstGeom>
          <a:ln w="38100">
            <a:solidFill>
              <a:srgbClr val="5AE093"/>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0" name="直接箭头连接符 189">
            <a:extLst>
              <a:ext uri="{FF2B5EF4-FFF2-40B4-BE49-F238E27FC236}">
                <a16:creationId xmlns:a16="http://schemas.microsoft.com/office/drawing/2014/main" id="{2ED3E2FE-BD3B-4B95-A74A-975F20A154A9}"/>
              </a:ext>
            </a:extLst>
          </p:cNvPr>
          <p:cNvCxnSpPr>
            <a:cxnSpLocks/>
            <a:endCxn id="188" idx="1"/>
          </p:cNvCxnSpPr>
          <p:nvPr/>
        </p:nvCxnSpPr>
        <p:spPr>
          <a:xfrm flipV="1">
            <a:off x="11440716" y="3755232"/>
            <a:ext cx="3494484" cy="9288"/>
          </a:xfrm>
          <a:prstGeom prst="straightConnector1">
            <a:avLst/>
          </a:prstGeom>
          <a:ln w="38100">
            <a:solidFill>
              <a:srgbClr val="5AE093"/>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193" name="组合 192">
            <a:extLst>
              <a:ext uri="{FF2B5EF4-FFF2-40B4-BE49-F238E27FC236}">
                <a16:creationId xmlns:a16="http://schemas.microsoft.com/office/drawing/2014/main" id="{4B196736-F9F1-41A2-9600-A0157F833791}"/>
              </a:ext>
            </a:extLst>
          </p:cNvPr>
          <p:cNvGrpSpPr/>
          <p:nvPr/>
        </p:nvGrpSpPr>
        <p:grpSpPr>
          <a:xfrm>
            <a:off x="16505238" y="5635625"/>
            <a:ext cx="2227263" cy="608013"/>
            <a:chOff x="16426036" y="3860055"/>
            <a:chExt cx="2517942" cy="688046"/>
          </a:xfrm>
        </p:grpSpPr>
        <p:sp>
          <p:nvSpPr>
            <p:cNvPr id="194" name="椭圆 193">
              <a:extLst>
                <a:ext uri="{FF2B5EF4-FFF2-40B4-BE49-F238E27FC236}">
                  <a16:creationId xmlns:a16="http://schemas.microsoft.com/office/drawing/2014/main" id="{683CB7D3-1272-4036-A4EA-32E37511D68C}"/>
                </a:ext>
              </a:extLst>
            </p:cNvPr>
            <p:cNvSpPr/>
            <p:nvPr/>
          </p:nvSpPr>
          <p:spPr>
            <a:xfrm>
              <a:off x="16426036" y="3860055"/>
              <a:ext cx="2517942" cy="468537"/>
            </a:xfrm>
            <a:prstGeom prst="ellipse">
              <a:avLst/>
            </a:prstGeom>
            <a:gradFill>
              <a:gsLst>
                <a:gs pos="0">
                  <a:srgbClr val="5AE093">
                    <a:alpha val="0"/>
                  </a:srgbClr>
                </a:gs>
                <a:gs pos="100000">
                  <a:srgbClr val="5AE093">
                    <a:alpha val="51000"/>
                  </a:srgbClr>
                </a:gs>
              </a:gsLst>
              <a:lin ang="5400000" scaled="0"/>
            </a:gradFill>
            <a:ln w="19050">
              <a:gradFill>
                <a:gsLst>
                  <a:gs pos="0">
                    <a:srgbClr val="01DC7E">
                      <a:alpha val="0"/>
                    </a:srgbClr>
                  </a:gs>
                  <a:gs pos="100000">
                    <a:srgbClr val="32C27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5" name="椭圆 194">
              <a:extLst>
                <a:ext uri="{FF2B5EF4-FFF2-40B4-BE49-F238E27FC236}">
                  <a16:creationId xmlns:a16="http://schemas.microsoft.com/office/drawing/2014/main" id="{8AE6071C-3B8D-46CB-9109-C7B19A7D2B2C}"/>
                </a:ext>
              </a:extLst>
            </p:cNvPr>
            <p:cNvSpPr/>
            <p:nvPr/>
          </p:nvSpPr>
          <p:spPr>
            <a:xfrm>
              <a:off x="16844592" y="4196609"/>
              <a:ext cx="1680830" cy="351492"/>
            </a:xfrm>
            <a:prstGeom prst="ellipse">
              <a:avLst/>
            </a:prstGeom>
            <a:gradFill>
              <a:gsLst>
                <a:gs pos="0">
                  <a:srgbClr val="5AE093">
                    <a:alpha val="0"/>
                  </a:srgbClr>
                </a:gs>
                <a:gs pos="100000">
                  <a:srgbClr val="5AE093">
                    <a:alpha val="30000"/>
                  </a:srgbClr>
                </a:gs>
              </a:gsLst>
              <a:lin ang="5400000" scaled="0"/>
            </a:gradFill>
            <a:ln w="15875">
              <a:gradFill>
                <a:gsLst>
                  <a:gs pos="0">
                    <a:srgbClr val="01DC7E">
                      <a:alpha val="0"/>
                    </a:srgbClr>
                  </a:gs>
                  <a:gs pos="100000">
                    <a:srgbClr val="32C275">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49" name="45">
            <a:extLst>
              <a:ext uri="{FF2B5EF4-FFF2-40B4-BE49-F238E27FC236}">
                <a16:creationId xmlns:a16="http://schemas.microsoft.com/office/drawing/2014/main" id="{2FF8A840-6E8E-43CD-92D5-674E49E47A60}"/>
              </a:ext>
            </a:extLst>
          </p:cNvPr>
          <p:cNvSpPr txBox="1"/>
          <p:nvPr/>
        </p:nvSpPr>
        <p:spPr>
          <a:xfrm>
            <a:off x="16929099" y="5302569"/>
            <a:ext cx="1584419" cy="70103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7629" tIns="37629" rIns="37629" bIns="37629"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r>
              <a:rPr lang="en-US" altLang="zh-CN" sz="6000" kern="1200" dirty="0">
                <a:solidFill>
                  <a:srgbClr val="1EB45E"/>
                </a:solidFill>
                <a:latin typeface="FZVariable-LanTingHeiK DemiBold" panose="02000600000000000000" pitchFamily="2" charset="-122"/>
                <a:ea typeface="FZVariable-LanTingHeiK DemiBold" panose="02000600000000000000" pitchFamily="2" charset="-122"/>
              </a:rPr>
              <a:t>29</a:t>
            </a:r>
            <a:r>
              <a:rPr lang="en-US" altLang="zh-CN" sz="3200" kern="1200" dirty="0">
                <a:solidFill>
                  <a:srgbClr val="1EB45E"/>
                </a:solidFill>
                <a:latin typeface="FZVariable-LanTingHeiK DemiBold" panose="02000600000000000000" pitchFamily="2" charset="-122"/>
                <a:ea typeface="FZVariable-LanTingHeiK DemiBold" panose="02000600000000000000" pitchFamily="2" charset="-122"/>
              </a:rPr>
              <a:t>%</a:t>
            </a:r>
            <a:endParaRPr sz="6000" kern="1200" dirty="0">
              <a:solidFill>
                <a:srgbClr val="1EB45E"/>
              </a:solidFill>
              <a:latin typeface="FZVariable-LanTingHeiK DemiBold" panose="02000600000000000000" pitchFamily="2" charset="-122"/>
              <a:ea typeface="FZVariable-LanTingHeiK DemiBold" panose="02000600000000000000" pitchFamily="2" charset="-122"/>
            </a:endParaRPr>
          </a:p>
        </p:txBody>
      </p:sp>
      <p:grpSp>
        <p:nvGrpSpPr>
          <p:cNvPr id="196" name="组合 195">
            <a:extLst>
              <a:ext uri="{FF2B5EF4-FFF2-40B4-BE49-F238E27FC236}">
                <a16:creationId xmlns:a16="http://schemas.microsoft.com/office/drawing/2014/main" id="{BFC08147-14BA-4B1C-AA68-2FA8A4E8ADBC}"/>
              </a:ext>
            </a:extLst>
          </p:cNvPr>
          <p:cNvGrpSpPr/>
          <p:nvPr/>
        </p:nvGrpSpPr>
        <p:grpSpPr>
          <a:xfrm>
            <a:off x="16505238" y="8348663"/>
            <a:ext cx="2227263" cy="608013"/>
            <a:chOff x="16426036" y="3860055"/>
            <a:chExt cx="2517942" cy="688046"/>
          </a:xfrm>
        </p:grpSpPr>
        <p:sp>
          <p:nvSpPr>
            <p:cNvPr id="197" name="椭圆 196">
              <a:extLst>
                <a:ext uri="{FF2B5EF4-FFF2-40B4-BE49-F238E27FC236}">
                  <a16:creationId xmlns:a16="http://schemas.microsoft.com/office/drawing/2014/main" id="{9B792E03-438E-41F4-A34D-51E69DCAEE37}"/>
                </a:ext>
              </a:extLst>
            </p:cNvPr>
            <p:cNvSpPr/>
            <p:nvPr/>
          </p:nvSpPr>
          <p:spPr>
            <a:xfrm>
              <a:off x="16426036" y="3860055"/>
              <a:ext cx="2517942" cy="468537"/>
            </a:xfrm>
            <a:prstGeom prst="ellipse">
              <a:avLst/>
            </a:prstGeom>
            <a:gradFill>
              <a:gsLst>
                <a:gs pos="0">
                  <a:srgbClr val="5AE093">
                    <a:alpha val="0"/>
                  </a:srgbClr>
                </a:gs>
                <a:gs pos="100000">
                  <a:srgbClr val="5AE093">
                    <a:alpha val="51000"/>
                  </a:srgbClr>
                </a:gs>
              </a:gsLst>
              <a:lin ang="5400000" scaled="0"/>
            </a:gradFill>
            <a:ln w="19050">
              <a:gradFill>
                <a:gsLst>
                  <a:gs pos="0">
                    <a:srgbClr val="01DC7E">
                      <a:alpha val="0"/>
                    </a:srgbClr>
                  </a:gs>
                  <a:gs pos="100000">
                    <a:srgbClr val="32C27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8" name="椭圆 197">
              <a:extLst>
                <a:ext uri="{FF2B5EF4-FFF2-40B4-BE49-F238E27FC236}">
                  <a16:creationId xmlns:a16="http://schemas.microsoft.com/office/drawing/2014/main" id="{27BB1D0A-7595-4A72-A02C-DE49CE12AAE3}"/>
                </a:ext>
              </a:extLst>
            </p:cNvPr>
            <p:cNvSpPr/>
            <p:nvPr/>
          </p:nvSpPr>
          <p:spPr>
            <a:xfrm>
              <a:off x="16844592" y="4196609"/>
              <a:ext cx="1680830" cy="351492"/>
            </a:xfrm>
            <a:prstGeom prst="ellipse">
              <a:avLst/>
            </a:prstGeom>
            <a:gradFill>
              <a:gsLst>
                <a:gs pos="0">
                  <a:srgbClr val="5AE093">
                    <a:alpha val="0"/>
                  </a:srgbClr>
                </a:gs>
                <a:gs pos="100000">
                  <a:srgbClr val="5AE093">
                    <a:alpha val="30000"/>
                  </a:srgbClr>
                </a:gs>
              </a:gsLst>
              <a:lin ang="5400000" scaled="0"/>
            </a:gradFill>
            <a:ln w="15875">
              <a:gradFill>
                <a:gsLst>
                  <a:gs pos="0">
                    <a:srgbClr val="01DC7E">
                      <a:alpha val="0"/>
                    </a:srgbClr>
                  </a:gs>
                  <a:gs pos="100000">
                    <a:srgbClr val="32C275">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99" name="45">
            <a:extLst>
              <a:ext uri="{FF2B5EF4-FFF2-40B4-BE49-F238E27FC236}">
                <a16:creationId xmlns:a16="http://schemas.microsoft.com/office/drawing/2014/main" id="{4D00192D-1211-469F-96BF-CCE284A5B5A7}"/>
              </a:ext>
            </a:extLst>
          </p:cNvPr>
          <p:cNvSpPr txBox="1"/>
          <p:nvPr/>
        </p:nvSpPr>
        <p:spPr>
          <a:xfrm>
            <a:off x="16929099" y="8016400"/>
            <a:ext cx="1592434" cy="70103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7629" tIns="37629" rIns="37629" bIns="37629"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r>
              <a:rPr lang="en-US" altLang="zh-CN" sz="6000" kern="1200" dirty="0">
                <a:solidFill>
                  <a:srgbClr val="1EB45E"/>
                </a:solidFill>
                <a:latin typeface="FZVariable-LanTingHeiK DemiBold" panose="02000600000000000000" pitchFamily="2" charset="-122"/>
                <a:ea typeface="FZVariable-LanTingHeiK DemiBold" panose="02000600000000000000" pitchFamily="2" charset="-122"/>
              </a:rPr>
              <a:t>28</a:t>
            </a:r>
            <a:r>
              <a:rPr lang="en-US" altLang="zh-CN" sz="3200" kern="1200" dirty="0">
                <a:solidFill>
                  <a:srgbClr val="1EB45E"/>
                </a:solidFill>
                <a:latin typeface="FZVariable-LanTingHeiK DemiBold" panose="02000600000000000000" pitchFamily="2" charset="-122"/>
                <a:ea typeface="FZVariable-LanTingHeiK DemiBold" panose="02000600000000000000" pitchFamily="2" charset="-122"/>
              </a:rPr>
              <a:t>%</a:t>
            </a:r>
            <a:endParaRPr sz="6000" kern="1200" dirty="0">
              <a:solidFill>
                <a:srgbClr val="1EB45E"/>
              </a:solidFill>
              <a:latin typeface="FZVariable-LanTingHeiK DemiBold" panose="02000600000000000000" pitchFamily="2" charset="-122"/>
              <a:ea typeface="FZVariable-LanTingHeiK DemiBold" panose="02000600000000000000" pitchFamily="2" charset="-122"/>
            </a:endParaRPr>
          </a:p>
        </p:txBody>
      </p:sp>
      <p:grpSp>
        <p:nvGrpSpPr>
          <p:cNvPr id="200" name="组合 199">
            <a:extLst>
              <a:ext uri="{FF2B5EF4-FFF2-40B4-BE49-F238E27FC236}">
                <a16:creationId xmlns:a16="http://schemas.microsoft.com/office/drawing/2014/main" id="{D8780D46-94BF-42FF-8531-508CF79CA4CC}"/>
              </a:ext>
            </a:extLst>
          </p:cNvPr>
          <p:cNvGrpSpPr/>
          <p:nvPr/>
        </p:nvGrpSpPr>
        <p:grpSpPr>
          <a:xfrm>
            <a:off x="15938500" y="5867400"/>
            <a:ext cx="393560" cy="322263"/>
            <a:chOff x="3572777" y="5095086"/>
            <a:chExt cx="399451" cy="279375"/>
          </a:xfrm>
        </p:grpSpPr>
        <p:sp>
          <p:nvSpPr>
            <p:cNvPr id="202" name="图形 19">
              <a:extLst>
                <a:ext uri="{FF2B5EF4-FFF2-40B4-BE49-F238E27FC236}">
                  <a16:creationId xmlns:a16="http://schemas.microsoft.com/office/drawing/2014/main" id="{658BA5E2-CED3-4850-9B47-102B40274D9D}"/>
                </a:ext>
              </a:extLst>
            </p:cNvPr>
            <p:cNvSpPr/>
            <p:nvPr/>
          </p:nvSpPr>
          <p:spPr>
            <a:xfrm rot="5400000">
              <a:off x="3745335" y="5147564"/>
              <a:ext cx="279372" cy="174415"/>
            </a:xfrm>
            <a:custGeom>
              <a:avLst/>
              <a:gdLst>
                <a:gd name="connsiteX0" fmla="*/ 402379 w 459135"/>
                <a:gd name="connsiteY0" fmla="*/ 286617 h 286643"/>
                <a:gd name="connsiteX1" fmla="*/ 361889 w 459135"/>
                <a:gd name="connsiteY1" fmla="*/ 270002 h 286643"/>
                <a:gd name="connsiteX2" fmla="*/ 312845 w 459135"/>
                <a:gd name="connsiteY2" fmla="*/ 221702 h 286643"/>
                <a:gd name="connsiteX3" fmla="*/ 234799 w 459135"/>
                <a:gd name="connsiteY3" fmla="*/ 143674 h 286643"/>
                <a:gd name="connsiteX4" fmla="*/ 224860 w 459135"/>
                <a:gd name="connsiteY4" fmla="*/ 143674 h 286643"/>
                <a:gd name="connsiteX5" fmla="*/ 100377 w 459135"/>
                <a:gd name="connsiteY5" fmla="*/ 267640 h 286643"/>
                <a:gd name="connsiteX6" fmla="*/ 69338 w 459135"/>
                <a:gd name="connsiteY6" fmla="*/ 285559 h 286643"/>
                <a:gd name="connsiteX7" fmla="*/ 1475 w 459135"/>
                <a:gd name="connsiteY7" fmla="*/ 242228 h 286643"/>
                <a:gd name="connsiteX8" fmla="*/ 14836 w 459135"/>
                <a:gd name="connsiteY8" fmla="*/ 192055 h 286643"/>
                <a:gd name="connsiteX9" fmla="*/ 90275 w 459135"/>
                <a:gd name="connsiteY9" fmla="*/ 115737 h 286643"/>
                <a:gd name="connsiteX10" fmla="*/ 184615 w 459135"/>
                <a:gd name="connsiteY10" fmla="*/ 21745 h 286643"/>
                <a:gd name="connsiteX11" fmla="*/ 204004 w 459135"/>
                <a:gd name="connsiteY11" fmla="*/ 6514 h 286643"/>
                <a:gd name="connsiteX12" fmla="*/ 268608 w 459135"/>
                <a:gd name="connsiteY12" fmla="*/ 15881 h 286643"/>
                <a:gd name="connsiteX13" fmla="*/ 338182 w 459135"/>
                <a:gd name="connsiteY13" fmla="*/ 84461 h 286643"/>
                <a:gd name="connsiteX14" fmla="*/ 441076 w 459135"/>
                <a:gd name="connsiteY14" fmla="*/ 187738 h 286643"/>
                <a:gd name="connsiteX15" fmla="*/ 453052 w 459135"/>
                <a:gd name="connsiteY15" fmla="*/ 203213 h 286643"/>
                <a:gd name="connsiteX16" fmla="*/ 412969 w 459135"/>
                <a:gd name="connsiteY16" fmla="*/ 285721 h 286643"/>
                <a:gd name="connsiteX17" fmla="*/ 402379 w 459135"/>
                <a:gd name="connsiteY17" fmla="*/ 286454 h 286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135" h="286643">
                  <a:moveTo>
                    <a:pt x="402379" y="286617"/>
                  </a:moveTo>
                  <a:cubicBezTo>
                    <a:pt x="386411" y="287025"/>
                    <a:pt x="373132" y="280997"/>
                    <a:pt x="361889" y="270002"/>
                  </a:cubicBezTo>
                  <a:cubicBezTo>
                    <a:pt x="345514" y="253956"/>
                    <a:pt x="329139" y="237829"/>
                    <a:pt x="312845" y="221702"/>
                  </a:cubicBezTo>
                  <a:cubicBezTo>
                    <a:pt x="286776" y="195720"/>
                    <a:pt x="260787" y="169656"/>
                    <a:pt x="234799" y="143674"/>
                  </a:cubicBezTo>
                  <a:cubicBezTo>
                    <a:pt x="229911" y="138787"/>
                    <a:pt x="229667" y="138951"/>
                    <a:pt x="224860" y="143674"/>
                  </a:cubicBezTo>
                  <a:cubicBezTo>
                    <a:pt x="183393" y="185050"/>
                    <a:pt x="141926" y="226427"/>
                    <a:pt x="100377" y="267640"/>
                  </a:cubicBezTo>
                  <a:cubicBezTo>
                    <a:pt x="91660" y="276273"/>
                    <a:pt x="81966" y="283278"/>
                    <a:pt x="69338" y="285559"/>
                  </a:cubicBezTo>
                  <a:cubicBezTo>
                    <a:pt x="35529" y="291586"/>
                    <a:pt x="7504" y="271875"/>
                    <a:pt x="1475" y="242228"/>
                  </a:cubicBezTo>
                  <a:cubicBezTo>
                    <a:pt x="-2354" y="223576"/>
                    <a:pt x="987" y="206146"/>
                    <a:pt x="14836" y="192055"/>
                  </a:cubicBezTo>
                  <a:cubicBezTo>
                    <a:pt x="39847" y="166480"/>
                    <a:pt x="65020" y="141068"/>
                    <a:pt x="90275" y="115737"/>
                  </a:cubicBezTo>
                  <a:cubicBezTo>
                    <a:pt x="121640" y="84298"/>
                    <a:pt x="153006" y="52940"/>
                    <a:pt x="184615" y="21745"/>
                  </a:cubicBezTo>
                  <a:cubicBezTo>
                    <a:pt x="190481" y="15962"/>
                    <a:pt x="196835" y="10180"/>
                    <a:pt x="204004" y="6514"/>
                  </a:cubicBezTo>
                  <a:cubicBezTo>
                    <a:pt x="225919" y="-4726"/>
                    <a:pt x="250604" y="-1305"/>
                    <a:pt x="268608" y="15881"/>
                  </a:cubicBezTo>
                  <a:cubicBezTo>
                    <a:pt x="292153" y="38361"/>
                    <a:pt x="315126" y="61493"/>
                    <a:pt x="338182" y="84461"/>
                  </a:cubicBezTo>
                  <a:cubicBezTo>
                    <a:pt x="372561" y="118832"/>
                    <a:pt x="406941" y="153204"/>
                    <a:pt x="441076" y="187738"/>
                  </a:cubicBezTo>
                  <a:cubicBezTo>
                    <a:pt x="445638" y="192381"/>
                    <a:pt x="450363" y="197431"/>
                    <a:pt x="453052" y="203213"/>
                  </a:cubicBezTo>
                  <a:cubicBezTo>
                    <a:pt x="468368" y="235711"/>
                    <a:pt x="454681" y="277414"/>
                    <a:pt x="412969" y="285721"/>
                  </a:cubicBezTo>
                  <a:cubicBezTo>
                    <a:pt x="409548" y="286373"/>
                    <a:pt x="405882" y="286291"/>
                    <a:pt x="402379" y="286454"/>
                  </a:cubicBezTo>
                  <a:close/>
                </a:path>
              </a:pathLst>
            </a:custGeom>
            <a:solidFill>
              <a:srgbClr val="06B851"/>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u="none" strike="noStrike" kern="1200" cap="none" spc="0" normalizeH="0" baseline="0" noProof="0" dirty="0">
                <a:ln>
                  <a:noFill/>
                </a:ln>
                <a:solidFill>
                  <a:prstClr val="black"/>
                </a:solidFill>
                <a:effectLst/>
                <a:uLnTx/>
                <a:uFillTx/>
                <a:latin typeface="FZQingKeBenYueSongS-R-GB" panose="02000000000000000000" pitchFamily="2" charset="-122"/>
                <a:ea typeface="FZQingKeBenYueSongS-R-GB" panose="02000000000000000000" pitchFamily="2" charset="-122"/>
              </a:endParaRPr>
            </a:p>
          </p:txBody>
        </p:sp>
        <p:sp>
          <p:nvSpPr>
            <p:cNvPr id="203" name="图形 19">
              <a:extLst>
                <a:ext uri="{FF2B5EF4-FFF2-40B4-BE49-F238E27FC236}">
                  <a16:creationId xmlns:a16="http://schemas.microsoft.com/office/drawing/2014/main" id="{64CDBAF8-1985-48A4-8399-32B5BD5F67FD}"/>
                </a:ext>
              </a:extLst>
            </p:cNvPr>
            <p:cNvSpPr/>
            <p:nvPr/>
          </p:nvSpPr>
          <p:spPr>
            <a:xfrm rot="5400000">
              <a:off x="3520299" y="5147567"/>
              <a:ext cx="279372" cy="174415"/>
            </a:xfrm>
            <a:custGeom>
              <a:avLst/>
              <a:gdLst>
                <a:gd name="connsiteX0" fmla="*/ 402379 w 459135"/>
                <a:gd name="connsiteY0" fmla="*/ 286617 h 286643"/>
                <a:gd name="connsiteX1" fmla="*/ 361889 w 459135"/>
                <a:gd name="connsiteY1" fmla="*/ 270002 h 286643"/>
                <a:gd name="connsiteX2" fmla="*/ 312845 w 459135"/>
                <a:gd name="connsiteY2" fmla="*/ 221702 h 286643"/>
                <a:gd name="connsiteX3" fmla="*/ 234799 w 459135"/>
                <a:gd name="connsiteY3" fmla="*/ 143674 h 286643"/>
                <a:gd name="connsiteX4" fmla="*/ 224860 w 459135"/>
                <a:gd name="connsiteY4" fmla="*/ 143674 h 286643"/>
                <a:gd name="connsiteX5" fmla="*/ 100377 w 459135"/>
                <a:gd name="connsiteY5" fmla="*/ 267640 h 286643"/>
                <a:gd name="connsiteX6" fmla="*/ 69338 w 459135"/>
                <a:gd name="connsiteY6" fmla="*/ 285559 h 286643"/>
                <a:gd name="connsiteX7" fmla="*/ 1475 w 459135"/>
                <a:gd name="connsiteY7" fmla="*/ 242228 h 286643"/>
                <a:gd name="connsiteX8" fmla="*/ 14836 w 459135"/>
                <a:gd name="connsiteY8" fmla="*/ 192055 h 286643"/>
                <a:gd name="connsiteX9" fmla="*/ 90275 w 459135"/>
                <a:gd name="connsiteY9" fmla="*/ 115737 h 286643"/>
                <a:gd name="connsiteX10" fmla="*/ 184615 w 459135"/>
                <a:gd name="connsiteY10" fmla="*/ 21745 h 286643"/>
                <a:gd name="connsiteX11" fmla="*/ 204004 w 459135"/>
                <a:gd name="connsiteY11" fmla="*/ 6514 h 286643"/>
                <a:gd name="connsiteX12" fmla="*/ 268608 w 459135"/>
                <a:gd name="connsiteY12" fmla="*/ 15881 h 286643"/>
                <a:gd name="connsiteX13" fmla="*/ 338182 w 459135"/>
                <a:gd name="connsiteY13" fmla="*/ 84461 h 286643"/>
                <a:gd name="connsiteX14" fmla="*/ 441076 w 459135"/>
                <a:gd name="connsiteY14" fmla="*/ 187738 h 286643"/>
                <a:gd name="connsiteX15" fmla="*/ 453052 w 459135"/>
                <a:gd name="connsiteY15" fmla="*/ 203213 h 286643"/>
                <a:gd name="connsiteX16" fmla="*/ 412969 w 459135"/>
                <a:gd name="connsiteY16" fmla="*/ 285721 h 286643"/>
                <a:gd name="connsiteX17" fmla="*/ 402379 w 459135"/>
                <a:gd name="connsiteY17" fmla="*/ 286454 h 286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135" h="286643">
                  <a:moveTo>
                    <a:pt x="402379" y="286617"/>
                  </a:moveTo>
                  <a:cubicBezTo>
                    <a:pt x="386411" y="287025"/>
                    <a:pt x="373132" y="280997"/>
                    <a:pt x="361889" y="270002"/>
                  </a:cubicBezTo>
                  <a:cubicBezTo>
                    <a:pt x="345514" y="253956"/>
                    <a:pt x="329139" y="237829"/>
                    <a:pt x="312845" y="221702"/>
                  </a:cubicBezTo>
                  <a:cubicBezTo>
                    <a:pt x="286776" y="195720"/>
                    <a:pt x="260787" y="169656"/>
                    <a:pt x="234799" y="143674"/>
                  </a:cubicBezTo>
                  <a:cubicBezTo>
                    <a:pt x="229911" y="138787"/>
                    <a:pt x="229667" y="138951"/>
                    <a:pt x="224860" y="143674"/>
                  </a:cubicBezTo>
                  <a:cubicBezTo>
                    <a:pt x="183393" y="185050"/>
                    <a:pt x="141926" y="226427"/>
                    <a:pt x="100377" y="267640"/>
                  </a:cubicBezTo>
                  <a:cubicBezTo>
                    <a:pt x="91660" y="276273"/>
                    <a:pt x="81966" y="283278"/>
                    <a:pt x="69338" y="285559"/>
                  </a:cubicBezTo>
                  <a:cubicBezTo>
                    <a:pt x="35529" y="291586"/>
                    <a:pt x="7504" y="271875"/>
                    <a:pt x="1475" y="242228"/>
                  </a:cubicBezTo>
                  <a:cubicBezTo>
                    <a:pt x="-2354" y="223576"/>
                    <a:pt x="987" y="206146"/>
                    <a:pt x="14836" y="192055"/>
                  </a:cubicBezTo>
                  <a:cubicBezTo>
                    <a:pt x="39847" y="166480"/>
                    <a:pt x="65020" y="141068"/>
                    <a:pt x="90275" y="115737"/>
                  </a:cubicBezTo>
                  <a:cubicBezTo>
                    <a:pt x="121640" y="84298"/>
                    <a:pt x="153006" y="52940"/>
                    <a:pt x="184615" y="21745"/>
                  </a:cubicBezTo>
                  <a:cubicBezTo>
                    <a:pt x="190481" y="15962"/>
                    <a:pt x="196835" y="10180"/>
                    <a:pt x="204004" y="6514"/>
                  </a:cubicBezTo>
                  <a:cubicBezTo>
                    <a:pt x="225919" y="-4726"/>
                    <a:pt x="250604" y="-1305"/>
                    <a:pt x="268608" y="15881"/>
                  </a:cubicBezTo>
                  <a:cubicBezTo>
                    <a:pt x="292153" y="38361"/>
                    <a:pt x="315126" y="61493"/>
                    <a:pt x="338182" y="84461"/>
                  </a:cubicBezTo>
                  <a:cubicBezTo>
                    <a:pt x="372561" y="118832"/>
                    <a:pt x="406941" y="153204"/>
                    <a:pt x="441076" y="187738"/>
                  </a:cubicBezTo>
                  <a:cubicBezTo>
                    <a:pt x="445638" y="192381"/>
                    <a:pt x="450363" y="197431"/>
                    <a:pt x="453052" y="203213"/>
                  </a:cubicBezTo>
                  <a:cubicBezTo>
                    <a:pt x="468368" y="235711"/>
                    <a:pt x="454681" y="277414"/>
                    <a:pt x="412969" y="285721"/>
                  </a:cubicBezTo>
                  <a:cubicBezTo>
                    <a:pt x="409548" y="286373"/>
                    <a:pt x="405882" y="286291"/>
                    <a:pt x="402379" y="286454"/>
                  </a:cubicBezTo>
                  <a:close/>
                </a:path>
              </a:pathLst>
            </a:custGeom>
            <a:solidFill>
              <a:srgbClr val="7FE7AB">
                <a:alpha val="70073"/>
              </a:srgb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u="none" strike="noStrike" kern="1200" cap="none" spc="0" normalizeH="0" baseline="0" noProof="0" dirty="0">
                <a:ln>
                  <a:noFill/>
                </a:ln>
                <a:solidFill>
                  <a:prstClr val="black"/>
                </a:solidFill>
                <a:effectLst/>
                <a:uLnTx/>
                <a:uFillTx/>
                <a:latin typeface="FZQingKeBenYueSongS-R-GB" panose="02000000000000000000" pitchFamily="2" charset="-122"/>
                <a:ea typeface="FZQingKeBenYueSongS-R-GB" panose="02000000000000000000" pitchFamily="2" charset="-122"/>
              </a:endParaRPr>
            </a:p>
          </p:txBody>
        </p:sp>
      </p:grpSp>
      <p:grpSp>
        <p:nvGrpSpPr>
          <p:cNvPr id="204" name="组合 203">
            <a:extLst>
              <a:ext uri="{FF2B5EF4-FFF2-40B4-BE49-F238E27FC236}">
                <a16:creationId xmlns:a16="http://schemas.microsoft.com/office/drawing/2014/main" id="{ACF08DE1-1C7D-486D-BB97-CEF6361C65CC}"/>
              </a:ext>
            </a:extLst>
          </p:cNvPr>
          <p:cNvGrpSpPr/>
          <p:nvPr/>
        </p:nvGrpSpPr>
        <p:grpSpPr>
          <a:xfrm>
            <a:off x="15938500" y="8628062"/>
            <a:ext cx="393560" cy="322263"/>
            <a:chOff x="3572777" y="5095086"/>
            <a:chExt cx="399451" cy="279375"/>
          </a:xfrm>
        </p:grpSpPr>
        <p:sp>
          <p:nvSpPr>
            <p:cNvPr id="205" name="图形 19">
              <a:extLst>
                <a:ext uri="{FF2B5EF4-FFF2-40B4-BE49-F238E27FC236}">
                  <a16:creationId xmlns:a16="http://schemas.microsoft.com/office/drawing/2014/main" id="{97E5045E-459D-4EB6-B22A-32053B70BBED}"/>
                </a:ext>
              </a:extLst>
            </p:cNvPr>
            <p:cNvSpPr/>
            <p:nvPr/>
          </p:nvSpPr>
          <p:spPr>
            <a:xfrm rot="5400000">
              <a:off x="3745335" y="5147564"/>
              <a:ext cx="279372" cy="174415"/>
            </a:xfrm>
            <a:custGeom>
              <a:avLst/>
              <a:gdLst>
                <a:gd name="connsiteX0" fmla="*/ 402379 w 459135"/>
                <a:gd name="connsiteY0" fmla="*/ 286617 h 286643"/>
                <a:gd name="connsiteX1" fmla="*/ 361889 w 459135"/>
                <a:gd name="connsiteY1" fmla="*/ 270002 h 286643"/>
                <a:gd name="connsiteX2" fmla="*/ 312845 w 459135"/>
                <a:gd name="connsiteY2" fmla="*/ 221702 h 286643"/>
                <a:gd name="connsiteX3" fmla="*/ 234799 w 459135"/>
                <a:gd name="connsiteY3" fmla="*/ 143674 h 286643"/>
                <a:gd name="connsiteX4" fmla="*/ 224860 w 459135"/>
                <a:gd name="connsiteY4" fmla="*/ 143674 h 286643"/>
                <a:gd name="connsiteX5" fmla="*/ 100377 w 459135"/>
                <a:gd name="connsiteY5" fmla="*/ 267640 h 286643"/>
                <a:gd name="connsiteX6" fmla="*/ 69338 w 459135"/>
                <a:gd name="connsiteY6" fmla="*/ 285559 h 286643"/>
                <a:gd name="connsiteX7" fmla="*/ 1475 w 459135"/>
                <a:gd name="connsiteY7" fmla="*/ 242228 h 286643"/>
                <a:gd name="connsiteX8" fmla="*/ 14836 w 459135"/>
                <a:gd name="connsiteY8" fmla="*/ 192055 h 286643"/>
                <a:gd name="connsiteX9" fmla="*/ 90275 w 459135"/>
                <a:gd name="connsiteY9" fmla="*/ 115737 h 286643"/>
                <a:gd name="connsiteX10" fmla="*/ 184615 w 459135"/>
                <a:gd name="connsiteY10" fmla="*/ 21745 h 286643"/>
                <a:gd name="connsiteX11" fmla="*/ 204004 w 459135"/>
                <a:gd name="connsiteY11" fmla="*/ 6514 h 286643"/>
                <a:gd name="connsiteX12" fmla="*/ 268608 w 459135"/>
                <a:gd name="connsiteY12" fmla="*/ 15881 h 286643"/>
                <a:gd name="connsiteX13" fmla="*/ 338182 w 459135"/>
                <a:gd name="connsiteY13" fmla="*/ 84461 h 286643"/>
                <a:gd name="connsiteX14" fmla="*/ 441076 w 459135"/>
                <a:gd name="connsiteY14" fmla="*/ 187738 h 286643"/>
                <a:gd name="connsiteX15" fmla="*/ 453052 w 459135"/>
                <a:gd name="connsiteY15" fmla="*/ 203213 h 286643"/>
                <a:gd name="connsiteX16" fmla="*/ 412969 w 459135"/>
                <a:gd name="connsiteY16" fmla="*/ 285721 h 286643"/>
                <a:gd name="connsiteX17" fmla="*/ 402379 w 459135"/>
                <a:gd name="connsiteY17" fmla="*/ 286454 h 286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135" h="286643">
                  <a:moveTo>
                    <a:pt x="402379" y="286617"/>
                  </a:moveTo>
                  <a:cubicBezTo>
                    <a:pt x="386411" y="287025"/>
                    <a:pt x="373132" y="280997"/>
                    <a:pt x="361889" y="270002"/>
                  </a:cubicBezTo>
                  <a:cubicBezTo>
                    <a:pt x="345514" y="253956"/>
                    <a:pt x="329139" y="237829"/>
                    <a:pt x="312845" y="221702"/>
                  </a:cubicBezTo>
                  <a:cubicBezTo>
                    <a:pt x="286776" y="195720"/>
                    <a:pt x="260787" y="169656"/>
                    <a:pt x="234799" y="143674"/>
                  </a:cubicBezTo>
                  <a:cubicBezTo>
                    <a:pt x="229911" y="138787"/>
                    <a:pt x="229667" y="138951"/>
                    <a:pt x="224860" y="143674"/>
                  </a:cubicBezTo>
                  <a:cubicBezTo>
                    <a:pt x="183393" y="185050"/>
                    <a:pt x="141926" y="226427"/>
                    <a:pt x="100377" y="267640"/>
                  </a:cubicBezTo>
                  <a:cubicBezTo>
                    <a:pt x="91660" y="276273"/>
                    <a:pt x="81966" y="283278"/>
                    <a:pt x="69338" y="285559"/>
                  </a:cubicBezTo>
                  <a:cubicBezTo>
                    <a:pt x="35529" y="291586"/>
                    <a:pt x="7504" y="271875"/>
                    <a:pt x="1475" y="242228"/>
                  </a:cubicBezTo>
                  <a:cubicBezTo>
                    <a:pt x="-2354" y="223576"/>
                    <a:pt x="987" y="206146"/>
                    <a:pt x="14836" y="192055"/>
                  </a:cubicBezTo>
                  <a:cubicBezTo>
                    <a:pt x="39847" y="166480"/>
                    <a:pt x="65020" y="141068"/>
                    <a:pt x="90275" y="115737"/>
                  </a:cubicBezTo>
                  <a:cubicBezTo>
                    <a:pt x="121640" y="84298"/>
                    <a:pt x="153006" y="52940"/>
                    <a:pt x="184615" y="21745"/>
                  </a:cubicBezTo>
                  <a:cubicBezTo>
                    <a:pt x="190481" y="15962"/>
                    <a:pt x="196835" y="10180"/>
                    <a:pt x="204004" y="6514"/>
                  </a:cubicBezTo>
                  <a:cubicBezTo>
                    <a:pt x="225919" y="-4726"/>
                    <a:pt x="250604" y="-1305"/>
                    <a:pt x="268608" y="15881"/>
                  </a:cubicBezTo>
                  <a:cubicBezTo>
                    <a:pt x="292153" y="38361"/>
                    <a:pt x="315126" y="61493"/>
                    <a:pt x="338182" y="84461"/>
                  </a:cubicBezTo>
                  <a:cubicBezTo>
                    <a:pt x="372561" y="118832"/>
                    <a:pt x="406941" y="153204"/>
                    <a:pt x="441076" y="187738"/>
                  </a:cubicBezTo>
                  <a:cubicBezTo>
                    <a:pt x="445638" y="192381"/>
                    <a:pt x="450363" y="197431"/>
                    <a:pt x="453052" y="203213"/>
                  </a:cubicBezTo>
                  <a:cubicBezTo>
                    <a:pt x="468368" y="235711"/>
                    <a:pt x="454681" y="277414"/>
                    <a:pt x="412969" y="285721"/>
                  </a:cubicBezTo>
                  <a:cubicBezTo>
                    <a:pt x="409548" y="286373"/>
                    <a:pt x="405882" y="286291"/>
                    <a:pt x="402379" y="286454"/>
                  </a:cubicBezTo>
                  <a:close/>
                </a:path>
              </a:pathLst>
            </a:custGeom>
            <a:solidFill>
              <a:srgbClr val="06B851"/>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u="none" strike="noStrike" kern="1200" cap="none" spc="0" normalizeH="0" baseline="0" noProof="0" dirty="0">
                <a:ln>
                  <a:noFill/>
                </a:ln>
                <a:solidFill>
                  <a:prstClr val="black"/>
                </a:solidFill>
                <a:effectLst/>
                <a:uLnTx/>
                <a:uFillTx/>
                <a:latin typeface="FZQingKeBenYueSongS-R-GB" panose="02000000000000000000" pitchFamily="2" charset="-122"/>
                <a:ea typeface="FZQingKeBenYueSongS-R-GB" panose="02000000000000000000" pitchFamily="2" charset="-122"/>
              </a:endParaRPr>
            </a:p>
          </p:txBody>
        </p:sp>
        <p:sp>
          <p:nvSpPr>
            <p:cNvPr id="206" name="图形 19">
              <a:extLst>
                <a:ext uri="{FF2B5EF4-FFF2-40B4-BE49-F238E27FC236}">
                  <a16:creationId xmlns:a16="http://schemas.microsoft.com/office/drawing/2014/main" id="{E235DAE4-9F5A-4E80-AD9E-9915BDE8960E}"/>
                </a:ext>
              </a:extLst>
            </p:cNvPr>
            <p:cNvSpPr/>
            <p:nvPr/>
          </p:nvSpPr>
          <p:spPr>
            <a:xfrm rot="5400000">
              <a:off x="3520299" y="5147567"/>
              <a:ext cx="279372" cy="174415"/>
            </a:xfrm>
            <a:custGeom>
              <a:avLst/>
              <a:gdLst>
                <a:gd name="connsiteX0" fmla="*/ 402379 w 459135"/>
                <a:gd name="connsiteY0" fmla="*/ 286617 h 286643"/>
                <a:gd name="connsiteX1" fmla="*/ 361889 w 459135"/>
                <a:gd name="connsiteY1" fmla="*/ 270002 h 286643"/>
                <a:gd name="connsiteX2" fmla="*/ 312845 w 459135"/>
                <a:gd name="connsiteY2" fmla="*/ 221702 h 286643"/>
                <a:gd name="connsiteX3" fmla="*/ 234799 w 459135"/>
                <a:gd name="connsiteY3" fmla="*/ 143674 h 286643"/>
                <a:gd name="connsiteX4" fmla="*/ 224860 w 459135"/>
                <a:gd name="connsiteY4" fmla="*/ 143674 h 286643"/>
                <a:gd name="connsiteX5" fmla="*/ 100377 w 459135"/>
                <a:gd name="connsiteY5" fmla="*/ 267640 h 286643"/>
                <a:gd name="connsiteX6" fmla="*/ 69338 w 459135"/>
                <a:gd name="connsiteY6" fmla="*/ 285559 h 286643"/>
                <a:gd name="connsiteX7" fmla="*/ 1475 w 459135"/>
                <a:gd name="connsiteY7" fmla="*/ 242228 h 286643"/>
                <a:gd name="connsiteX8" fmla="*/ 14836 w 459135"/>
                <a:gd name="connsiteY8" fmla="*/ 192055 h 286643"/>
                <a:gd name="connsiteX9" fmla="*/ 90275 w 459135"/>
                <a:gd name="connsiteY9" fmla="*/ 115737 h 286643"/>
                <a:gd name="connsiteX10" fmla="*/ 184615 w 459135"/>
                <a:gd name="connsiteY10" fmla="*/ 21745 h 286643"/>
                <a:gd name="connsiteX11" fmla="*/ 204004 w 459135"/>
                <a:gd name="connsiteY11" fmla="*/ 6514 h 286643"/>
                <a:gd name="connsiteX12" fmla="*/ 268608 w 459135"/>
                <a:gd name="connsiteY12" fmla="*/ 15881 h 286643"/>
                <a:gd name="connsiteX13" fmla="*/ 338182 w 459135"/>
                <a:gd name="connsiteY13" fmla="*/ 84461 h 286643"/>
                <a:gd name="connsiteX14" fmla="*/ 441076 w 459135"/>
                <a:gd name="connsiteY14" fmla="*/ 187738 h 286643"/>
                <a:gd name="connsiteX15" fmla="*/ 453052 w 459135"/>
                <a:gd name="connsiteY15" fmla="*/ 203213 h 286643"/>
                <a:gd name="connsiteX16" fmla="*/ 412969 w 459135"/>
                <a:gd name="connsiteY16" fmla="*/ 285721 h 286643"/>
                <a:gd name="connsiteX17" fmla="*/ 402379 w 459135"/>
                <a:gd name="connsiteY17" fmla="*/ 286454 h 286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135" h="286643">
                  <a:moveTo>
                    <a:pt x="402379" y="286617"/>
                  </a:moveTo>
                  <a:cubicBezTo>
                    <a:pt x="386411" y="287025"/>
                    <a:pt x="373132" y="280997"/>
                    <a:pt x="361889" y="270002"/>
                  </a:cubicBezTo>
                  <a:cubicBezTo>
                    <a:pt x="345514" y="253956"/>
                    <a:pt x="329139" y="237829"/>
                    <a:pt x="312845" y="221702"/>
                  </a:cubicBezTo>
                  <a:cubicBezTo>
                    <a:pt x="286776" y="195720"/>
                    <a:pt x="260787" y="169656"/>
                    <a:pt x="234799" y="143674"/>
                  </a:cubicBezTo>
                  <a:cubicBezTo>
                    <a:pt x="229911" y="138787"/>
                    <a:pt x="229667" y="138951"/>
                    <a:pt x="224860" y="143674"/>
                  </a:cubicBezTo>
                  <a:cubicBezTo>
                    <a:pt x="183393" y="185050"/>
                    <a:pt x="141926" y="226427"/>
                    <a:pt x="100377" y="267640"/>
                  </a:cubicBezTo>
                  <a:cubicBezTo>
                    <a:pt x="91660" y="276273"/>
                    <a:pt x="81966" y="283278"/>
                    <a:pt x="69338" y="285559"/>
                  </a:cubicBezTo>
                  <a:cubicBezTo>
                    <a:pt x="35529" y="291586"/>
                    <a:pt x="7504" y="271875"/>
                    <a:pt x="1475" y="242228"/>
                  </a:cubicBezTo>
                  <a:cubicBezTo>
                    <a:pt x="-2354" y="223576"/>
                    <a:pt x="987" y="206146"/>
                    <a:pt x="14836" y="192055"/>
                  </a:cubicBezTo>
                  <a:cubicBezTo>
                    <a:pt x="39847" y="166480"/>
                    <a:pt x="65020" y="141068"/>
                    <a:pt x="90275" y="115737"/>
                  </a:cubicBezTo>
                  <a:cubicBezTo>
                    <a:pt x="121640" y="84298"/>
                    <a:pt x="153006" y="52940"/>
                    <a:pt x="184615" y="21745"/>
                  </a:cubicBezTo>
                  <a:cubicBezTo>
                    <a:pt x="190481" y="15962"/>
                    <a:pt x="196835" y="10180"/>
                    <a:pt x="204004" y="6514"/>
                  </a:cubicBezTo>
                  <a:cubicBezTo>
                    <a:pt x="225919" y="-4726"/>
                    <a:pt x="250604" y="-1305"/>
                    <a:pt x="268608" y="15881"/>
                  </a:cubicBezTo>
                  <a:cubicBezTo>
                    <a:pt x="292153" y="38361"/>
                    <a:pt x="315126" y="61493"/>
                    <a:pt x="338182" y="84461"/>
                  </a:cubicBezTo>
                  <a:cubicBezTo>
                    <a:pt x="372561" y="118832"/>
                    <a:pt x="406941" y="153204"/>
                    <a:pt x="441076" y="187738"/>
                  </a:cubicBezTo>
                  <a:cubicBezTo>
                    <a:pt x="445638" y="192381"/>
                    <a:pt x="450363" y="197431"/>
                    <a:pt x="453052" y="203213"/>
                  </a:cubicBezTo>
                  <a:cubicBezTo>
                    <a:pt x="468368" y="235711"/>
                    <a:pt x="454681" y="277414"/>
                    <a:pt x="412969" y="285721"/>
                  </a:cubicBezTo>
                  <a:cubicBezTo>
                    <a:pt x="409548" y="286373"/>
                    <a:pt x="405882" y="286291"/>
                    <a:pt x="402379" y="286454"/>
                  </a:cubicBezTo>
                  <a:close/>
                </a:path>
              </a:pathLst>
            </a:custGeom>
            <a:solidFill>
              <a:srgbClr val="7FE7AB">
                <a:alpha val="70073"/>
              </a:srgbClr>
            </a:solidFill>
            <a:ln w="81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u="none" strike="noStrike" kern="1200" cap="none" spc="0" normalizeH="0" baseline="0" noProof="0" dirty="0">
                <a:ln>
                  <a:noFill/>
                </a:ln>
                <a:solidFill>
                  <a:prstClr val="black"/>
                </a:solidFill>
                <a:effectLst/>
                <a:uLnTx/>
                <a:uFillTx/>
                <a:latin typeface="FZQingKeBenYueSongS-R-GB" panose="02000000000000000000" pitchFamily="2" charset="-122"/>
                <a:ea typeface="FZQingKeBenYueSongS-R-GB" panose="02000000000000000000" pitchFamily="2" charset="-122"/>
              </a:endParaRPr>
            </a:p>
          </p:txBody>
        </p:sp>
      </p:grpSp>
      <p:sp>
        <p:nvSpPr>
          <p:cNvPr id="12" name="矩形 11">
            <a:extLst>
              <a:ext uri="{FF2B5EF4-FFF2-40B4-BE49-F238E27FC236}">
                <a16:creationId xmlns:a16="http://schemas.microsoft.com/office/drawing/2014/main" id="{4614CCDD-F5FA-D51C-13AB-8E1E12E05E79}"/>
              </a:ext>
            </a:extLst>
          </p:cNvPr>
          <p:cNvSpPr/>
          <p:nvPr/>
        </p:nvSpPr>
        <p:spPr>
          <a:xfrm>
            <a:off x="1320800" y="7135813"/>
            <a:ext cx="5180013" cy="1939925"/>
          </a:xfrm>
          <a:prstGeom prst="rect">
            <a:avLst/>
          </a:prstGeom>
          <a:noFill/>
          <a:ln w="38100">
            <a:solidFill>
              <a:srgbClr val="06B85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object 3">
            <a:extLst>
              <a:ext uri="{FF2B5EF4-FFF2-40B4-BE49-F238E27FC236}">
                <a16:creationId xmlns:a16="http://schemas.microsoft.com/office/drawing/2014/main" id="{E34194DD-0224-AA5A-DBD8-1C514FA65AD7}"/>
              </a:ext>
            </a:extLst>
          </p:cNvPr>
          <p:cNvSpPr txBox="1">
            <a:spLocks/>
          </p:cNvSpPr>
          <p:nvPr/>
        </p:nvSpPr>
        <p:spPr>
          <a:xfrm>
            <a:off x="958136" y="2143420"/>
            <a:ext cx="18428414" cy="691855"/>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4400" b="0" spc="195" dirty="0">
                <a:solidFill>
                  <a:schemeClr val="tx1"/>
                </a:solidFill>
                <a:latin typeface="FZVariable-LanTingHeiK DemiBold" panose="02000600000000000000" pitchFamily="2" charset="-122"/>
                <a:ea typeface="FZVariable-LanTingHeiK DemiBold" panose="02000600000000000000" pitchFamily="2" charset="-122"/>
              </a:rPr>
              <a:t>产品卖点成用户核心关注点，车型差异下颜值与配置需求高度一致</a:t>
            </a:r>
          </a:p>
        </p:txBody>
      </p:sp>
      <p:sp>
        <p:nvSpPr>
          <p:cNvPr id="66" name="object 10">
            <a:extLst>
              <a:ext uri="{FF2B5EF4-FFF2-40B4-BE49-F238E27FC236}">
                <a16:creationId xmlns:a16="http://schemas.microsoft.com/office/drawing/2014/main" id="{69CFD945-181E-7376-CEC5-146AA6085D8A}"/>
              </a:ext>
            </a:extLst>
          </p:cNvPr>
          <p:cNvSpPr txBox="1">
            <a:spLocks/>
          </p:cNvSpPr>
          <p:nvPr/>
        </p:nvSpPr>
        <p:spPr>
          <a:xfrm>
            <a:off x="980779" y="1601555"/>
            <a:ext cx="4031615" cy="445634"/>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2800" b="0" spc="195" dirty="0">
                <a:solidFill>
                  <a:schemeClr val="bg1">
                    <a:lumMod val="65000"/>
                  </a:schemeClr>
                </a:solidFill>
                <a:latin typeface="FZVariable-LanTingHeiK SemiBold" panose="02000600000000000000" pitchFamily="2" charset="-122"/>
                <a:ea typeface="FZVariable-LanTingHeiK SemiBold" panose="02000600000000000000" pitchFamily="2" charset="-122"/>
              </a:rPr>
              <a:t>阅读行为洞察</a:t>
            </a:r>
            <a:endParaRPr lang="zh-CN" altLang="en-US" sz="2800" b="0" dirty="0">
              <a:solidFill>
                <a:schemeClr val="bg1">
                  <a:lumMod val="65000"/>
                </a:schemeClr>
              </a:solidFill>
              <a:latin typeface="FZVariable-LanTingHeiK SemiBold" panose="02000600000000000000" pitchFamily="2" charset="-122"/>
              <a:ea typeface="FZVariable-LanTingHeiK SemiBold" panose="02000600000000000000" pitchFamily="2" charset="-122"/>
            </a:endParaRPr>
          </a:p>
        </p:txBody>
      </p:sp>
    </p:spTree>
    <p:extLst>
      <p:ext uri="{BB962C8B-B14F-4D97-AF65-F5344CB8AC3E}">
        <p14:creationId xmlns:p14="http://schemas.microsoft.com/office/powerpoint/2010/main" val="82625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F29B-CF78-6C5D-DC51-82478743240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959585-DF6E-4B53-827E-FF990D4F64ED}"/>
              </a:ext>
            </a:extLst>
          </p:cNvPr>
          <p:cNvGraphicFramePr>
            <a:graphicFrameLocks noChangeAspect="1"/>
          </p:cNvGraphicFramePr>
          <p:nvPr>
            <p:custDataLst>
              <p:tags r:id="rId1"/>
            </p:custDataLst>
            <p:extLst>
              <p:ext uri="{D42A27DB-BD31-4B8C-83A1-F6EECF244321}">
                <p14:modId xmlns:p14="http://schemas.microsoft.com/office/powerpoint/2010/main" val="12442878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9" imgW="426" imgH="426" progId="TCLayout.ActiveDocument.1">
                  <p:embed/>
                </p:oleObj>
              </mc:Choice>
              <mc:Fallback>
                <p:oleObj name="think-cell 幻灯片" r:id="rId39" imgW="426" imgH="426" progId="TCLayout.ActiveDocument.1">
                  <p:embed/>
                  <p:pic>
                    <p:nvPicPr>
                      <p:cNvPr id="3" name="think-cell data - do not delete" hidden="1">
                        <a:extLst>
                          <a:ext uri="{FF2B5EF4-FFF2-40B4-BE49-F238E27FC236}">
                            <a16:creationId xmlns:a16="http://schemas.microsoft.com/office/drawing/2014/main" id="{66959585-DF6E-4B53-827E-FF990D4F64ED}"/>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36" name="object 36">
            <a:extLst>
              <a:ext uri="{FF2B5EF4-FFF2-40B4-BE49-F238E27FC236}">
                <a16:creationId xmlns:a16="http://schemas.microsoft.com/office/drawing/2014/main" id="{FE9F89F3-6762-787A-D26C-9642D9C50196}"/>
              </a:ext>
            </a:extLst>
          </p:cNvPr>
          <p:cNvSpPr/>
          <p:nvPr/>
        </p:nvSpPr>
        <p:spPr>
          <a:xfrm>
            <a:off x="1056763" y="10915688"/>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pic>
        <p:nvPicPr>
          <p:cNvPr id="38" name="object 38">
            <a:extLst>
              <a:ext uri="{FF2B5EF4-FFF2-40B4-BE49-F238E27FC236}">
                <a16:creationId xmlns:a16="http://schemas.microsoft.com/office/drawing/2014/main" id="{5F1979A2-9631-2CB1-82A4-3F76FDC22126}"/>
              </a:ext>
            </a:extLst>
          </p:cNvPr>
          <p:cNvPicPr/>
          <p:nvPr/>
        </p:nvPicPr>
        <p:blipFill>
          <a:blip r:embed="rId41" cstate="print">
            <a:extLst>
              <a:ext uri="{28A0092B-C50C-407E-A947-70E740481C1C}">
                <a14:useLocalDpi xmlns:a14="http://schemas.microsoft.com/office/drawing/2010/main"/>
              </a:ext>
            </a:extLst>
          </a:blip>
          <a:stretch>
            <a:fillRect/>
          </a:stretch>
        </p:blipFill>
        <p:spPr>
          <a:xfrm>
            <a:off x="18410328" y="10661874"/>
            <a:ext cx="924788" cy="253814"/>
          </a:xfrm>
          <a:prstGeom prst="rect">
            <a:avLst/>
          </a:prstGeom>
        </p:spPr>
      </p:pic>
      <p:sp>
        <p:nvSpPr>
          <p:cNvPr id="39" name="object 39">
            <a:extLst>
              <a:ext uri="{FF2B5EF4-FFF2-40B4-BE49-F238E27FC236}">
                <a16:creationId xmlns:a16="http://schemas.microsoft.com/office/drawing/2014/main" id="{2CA9F9A8-957B-DE61-E750-99037DC70334}"/>
              </a:ext>
            </a:extLst>
          </p:cNvPr>
          <p:cNvSpPr/>
          <p:nvPr/>
        </p:nvSpPr>
        <p:spPr>
          <a:xfrm>
            <a:off x="770894" y="96183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sp>
        <p:nvSpPr>
          <p:cNvPr id="131" name="矩形 130">
            <a:extLst>
              <a:ext uri="{FF2B5EF4-FFF2-40B4-BE49-F238E27FC236}">
                <a16:creationId xmlns:a16="http://schemas.microsoft.com/office/drawing/2014/main" id="{9226EA02-2472-4A7E-8A64-80396656E17D}"/>
              </a:ext>
            </a:extLst>
          </p:cNvPr>
          <p:cNvSpPr/>
          <p:nvPr/>
        </p:nvSpPr>
        <p:spPr>
          <a:xfrm>
            <a:off x="-4647136" y="8364089"/>
            <a:ext cx="4521201" cy="590046"/>
          </a:xfrm>
          <a:prstGeom prst="rect">
            <a:avLst/>
          </a:prstGeom>
          <a:solidFill>
            <a:srgbClr val="2DD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0218FF4A-B532-4827-A8F0-3935CF57E1E7}"/>
              </a:ext>
            </a:extLst>
          </p:cNvPr>
          <p:cNvSpPr/>
          <p:nvPr/>
        </p:nvSpPr>
        <p:spPr>
          <a:xfrm>
            <a:off x="-4647136" y="9156755"/>
            <a:ext cx="4521201" cy="590046"/>
          </a:xfrm>
          <a:prstGeom prst="rect">
            <a:avLst/>
          </a:prstGeom>
          <a:solidFill>
            <a:srgbClr val="60F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a:extLst>
              <a:ext uri="{FF2B5EF4-FFF2-40B4-BE49-F238E27FC236}">
                <a16:creationId xmlns:a16="http://schemas.microsoft.com/office/drawing/2014/main" id="{9678DF5C-4E9B-4AE8-867E-1B9A8F310AF9}"/>
              </a:ext>
            </a:extLst>
          </p:cNvPr>
          <p:cNvSpPr/>
          <p:nvPr/>
        </p:nvSpPr>
        <p:spPr>
          <a:xfrm>
            <a:off x="-4607211" y="9943711"/>
            <a:ext cx="4521201" cy="590046"/>
          </a:xfrm>
          <a:prstGeom prst="rect">
            <a:avLst/>
          </a:prstGeom>
          <a:solidFill>
            <a:srgbClr val="43FF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a:extLst>
              <a:ext uri="{FF2B5EF4-FFF2-40B4-BE49-F238E27FC236}">
                <a16:creationId xmlns:a16="http://schemas.microsoft.com/office/drawing/2014/main" id="{9FE34A21-2468-46E3-88D2-200438A79492}"/>
              </a:ext>
            </a:extLst>
          </p:cNvPr>
          <p:cNvSpPr/>
          <p:nvPr/>
        </p:nvSpPr>
        <p:spPr>
          <a:xfrm>
            <a:off x="-4827957" y="7575294"/>
            <a:ext cx="4521201" cy="590046"/>
          </a:xfrm>
          <a:prstGeom prst="rect">
            <a:avLst/>
          </a:prstGeom>
          <a:solidFill>
            <a:srgbClr val="BEF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a:extLst>
              <a:ext uri="{FF2B5EF4-FFF2-40B4-BE49-F238E27FC236}">
                <a16:creationId xmlns:a16="http://schemas.microsoft.com/office/drawing/2014/main" id="{512BE5BA-953C-44B3-B1EA-CA21D4DCC4F9}"/>
              </a:ext>
            </a:extLst>
          </p:cNvPr>
          <p:cNvSpPr/>
          <p:nvPr/>
        </p:nvSpPr>
        <p:spPr>
          <a:xfrm>
            <a:off x="-4667537" y="6733398"/>
            <a:ext cx="4521201" cy="590046"/>
          </a:xfrm>
          <a:prstGeom prst="rect">
            <a:avLst/>
          </a:prstGeom>
          <a:solidFill>
            <a:srgbClr val="BEF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a:extLst>
              <a:ext uri="{FF2B5EF4-FFF2-40B4-BE49-F238E27FC236}">
                <a16:creationId xmlns:a16="http://schemas.microsoft.com/office/drawing/2014/main" id="{B8768156-F0F8-4652-B904-21EACF917355}"/>
              </a:ext>
            </a:extLst>
          </p:cNvPr>
          <p:cNvSpPr/>
          <p:nvPr/>
        </p:nvSpPr>
        <p:spPr>
          <a:xfrm>
            <a:off x="-4669816" y="5810951"/>
            <a:ext cx="4521201" cy="590046"/>
          </a:xfrm>
          <a:prstGeom prst="rect">
            <a:avLst/>
          </a:prstGeom>
          <a:solidFill>
            <a:srgbClr val="45ED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a:extLst>
              <a:ext uri="{FF2B5EF4-FFF2-40B4-BE49-F238E27FC236}">
                <a16:creationId xmlns:a16="http://schemas.microsoft.com/office/drawing/2014/main" id="{117915DB-066E-4A55-A36B-035D35BEDFE4}"/>
              </a:ext>
            </a:extLst>
          </p:cNvPr>
          <p:cNvSpPr/>
          <p:nvPr/>
        </p:nvSpPr>
        <p:spPr>
          <a:xfrm>
            <a:off x="-4675105" y="3287347"/>
            <a:ext cx="4521201" cy="590046"/>
          </a:xfrm>
          <a:prstGeom prst="rect">
            <a:avLst/>
          </a:prstGeom>
          <a:solidFill>
            <a:srgbClr val="2DD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 name="矩形 137">
            <a:extLst>
              <a:ext uri="{FF2B5EF4-FFF2-40B4-BE49-F238E27FC236}">
                <a16:creationId xmlns:a16="http://schemas.microsoft.com/office/drawing/2014/main" id="{29C1098C-B623-4260-9415-14C117B700AE}"/>
              </a:ext>
            </a:extLst>
          </p:cNvPr>
          <p:cNvSpPr/>
          <p:nvPr/>
        </p:nvSpPr>
        <p:spPr>
          <a:xfrm>
            <a:off x="-4647136" y="4063079"/>
            <a:ext cx="4521201" cy="590046"/>
          </a:xfrm>
          <a:prstGeom prst="rect">
            <a:avLst/>
          </a:prstGeom>
          <a:solidFill>
            <a:srgbClr val="D6D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object 3">
            <a:extLst>
              <a:ext uri="{FF2B5EF4-FFF2-40B4-BE49-F238E27FC236}">
                <a16:creationId xmlns:a16="http://schemas.microsoft.com/office/drawing/2014/main" id="{DB807F66-289D-439B-A889-188FC44B4A17}"/>
              </a:ext>
            </a:extLst>
          </p:cNvPr>
          <p:cNvSpPr/>
          <p:nvPr>
            <p:custDataLst>
              <p:tags r:id="rId2"/>
            </p:custDataLst>
          </p:nvPr>
        </p:nvSpPr>
        <p:spPr>
          <a:xfrm rot="16200000">
            <a:off x="1309311" y="2712427"/>
            <a:ext cx="7262402" cy="7812852"/>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a:p>
        </p:txBody>
      </p:sp>
      <p:sp>
        <p:nvSpPr>
          <p:cNvPr id="116" name="object 3">
            <a:extLst>
              <a:ext uri="{FF2B5EF4-FFF2-40B4-BE49-F238E27FC236}">
                <a16:creationId xmlns:a16="http://schemas.microsoft.com/office/drawing/2014/main" id="{ADAD035B-80BE-4831-998C-0F1738EAE440}"/>
              </a:ext>
            </a:extLst>
          </p:cNvPr>
          <p:cNvSpPr/>
          <p:nvPr>
            <p:custDataLst>
              <p:tags r:id="rId3"/>
            </p:custDataLst>
          </p:nvPr>
        </p:nvSpPr>
        <p:spPr>
          <a:xfrm rot="16200000">
            <a:off x="10626720" y="1633364"/>
            <a:ext cx="7297414" cy="10006013"/>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dirty="0"/>
          </a:p>
        </p:txBody>
      </p:sp>
      <p:sp>
        <p:nvSpPr>
          <p:cNvPr id="188" name="矩形: 圆角 16">
            <a:extLst>
              <a:ext uri="{FF2B5EF4-FFF2-40B4-BE49-F238E27FC236}">
                <a16:creationId xmlns:a16="http://schemas.microsoft.com/office/drawing/2014/main" id="{0660DB6C-2EAF-4072-93BC-C48CCA45AD0D}"/>
              </a:ext>
            </a:extLst>
          </p:cNvPr>
          <p:cNvSpPr/>
          <p:nvPr/>
        </p:nvSpPr>
        <p:spPr>
          <a:xfrm>
            <a:off x="1288165" y="3364853"/>
            <a:ext cx="2134485" cy="537222"/>
          </a:xfrm>
          <a:prstGeom prst="roundRect">
            <a:avLst>
              <a:gd name="adj" fmla="val 50000"/>
            </a:avLst>
          </a:prstGeom>
          <a:solidFill>
            <a:srgbClr val="06B85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搜索价值</a:t>
            </a:r>
          </a:p>
        </p:txBody>
      </p:sp>
      <p:sp>
        <p:nvSpPr>
          <p:cNvPr id="248" name="矩形: 圆角 16">
            <a:extLst>
              <a:ext uri="{FF2B5EF4-FFF2-40B4-BE49-F238E27FC236}">
                <a16:creationId xmlns:a16="http://schemas.microsoft.com/office/drawing/2014/main" id="{68FC470A-3132-4F50-A90B-08A5E67E1D33}"/>
              </a:ext>
            </a:extLst>
          </p:cNvPr>
          <p:cNvSpPr/>
          <p:nvPr/>
        </p:nvSpPr>
        <p:spPr>
          <a:xfrm>
            <a:off x="9441778" y="3364853"/>
            <a:ext cx="2432722" cy="537222"/>
          </a:xfrm>
          <a:prstGeom prst="roundRect">
            <a:avLst>
              <a:gd name="adj" fmla="val 50000"/>
            </a:avLst>
          </a:prstGeom>
          <a:solidFill>
            <a:srgbClr val="06B85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tx1">
                    <a:lumMod val="85000"/>
                    <a:lumOff val="15000"/>
                  </a:schemeClr>
                </a:solidFill>
                <a:latin typeface="FZVariable-LanTingHeiK DemiBold" panose="02000600000000000000" pitchFamily="2" charset="-122"/>
                <a:ea typeface="FZVariable-LanTingHeiK DemiBold" panose="02000600000000000000" pitchFamily="2" charset="-122"/>
              </a:rPr>
              <a:t>搜索趋势</a:t>
            </a:r>
          </a:p>
        </p:txBody>
      </p:sp>
      <p:graphicFrame>
        <p:nvGraphicFramePr>
          <p:cNvPr id="289" name="Chart 3">
            <a:extLst>
              <a:ext uri="{FF2B5EF4-FFF2-40B4-BE49-F238E27FC236}">
                <a16:creationId xmlns:a16="http://schemas.microsoft.com/office/drawing/2014/main" id="{AB10080E-DB09-A888-7746-E37284EA4FB6}"/>
              </a:ext>
            </a:extLst>
          </p:cNvPr>
          <p:cNvGraphicFramePr/>
          <p:nvPr>
            <p:custDataLst>
              <p:tags r:id="rId4"/>
            </p:custDataLst>
            <p:extLst>
              <p:ext uri="{D42A27DB-BD31-4B8C-83A1-F6EECF244321}">
                <p14:modId xmlns:p14="http://schemas.microsoft.com/office/powerpoint/2010/main" val="3266242351"/>
              </p:ext>
            </p:extLst>
          </p:nvPr>
        </p:nvGraphicFramePr>
        <p:xfrm>
          <a:off x="11874500" y="4195763"/>
          <a:ext cx="4298950" cy="4718050"/>
        </p:xfrm>
        <a:graphic>
          <a:graphicData uri="http://schemas.openxmlformats.org/drawingml/2006/chart">
            <c:chart xmlns:c="http://schemas.openxmlformats.org/drawingml/2006/chart" xmlns:r="http://schemas.openxmlformats.org/officeDocument/2006/relationships" r:id="rId42"/>
          </a:graphicData>
        </a:graphic>
      </p:graphicFrame>
      <p:cxnSp>
        <p:nvCxnSpPr>
          <p:cNvPr id="215" name="直线连接符 214">
            <a:extLst>
              <a:ext uri="{FF2B5EF4-FFF2-40B4-BE49-F238E27FC236}">
                <a16:creationId xmlns:a16="http://schemas.microsoft.com/office/drawing/2014/main" id="{41343E21-9163-D875-E35A-E3D261854C85}"/>
              </a:ext>
            </a:extLst>
          </p:cNvPr>
          <p:cNvCxnSpPr/>
          <p:nvPr>
            <p:custDataLst>
              <p:tags r:id="rId5"/>
            </p:custDataLst>
          </p:nvPr>
        </p:nvCxnSpPr>
        <p:spPr bwMode="auto">
          <a:xfrm>
            <a:off x="11799888" y="8729662"/>
            <a:ext cx="119063" cy="5873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4" name="直线连接符 213">
            <a:extLst>
              <a:ext uri="{FF2B5EF4-FFF2-40B4-BE49-F238E27FC236}">
                <a16:creationId xmlns:a16="http://schemas.microsoft.com/office/drawing/2014/main" id="{0B21D815-27DC-873D-CDC3-00D97991B86E}"/>
              </a:ext>
            </a:extLst>
          </p:cNvPr>
          <p:cNvCxnSpPr/>
          <p:nvPr>
            <p:custDataLst>
              <p:tags r:id="rId6"/>
            </p:custDataLst>
          </p:nvPr>
        </p:nvCxnSpPr>
        <p:spPr bwMode="auto">
          <a:xfrm>
            <a:off x="11799888" y="8526463"/>
            <a:ext cx="119063" cy="19208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0" name="直接连接符 249">
            <a:extLst>
              <a:ext uri="{FF2B5EF4-FFF2-40B4-BE49-F238E27FC236}">
                <a16:creationId xmlns:a16="http://schemas.microsoft.com/office/drawing/2014/main" id="{EA9A8A80-8D50-423E-8408-DE1F9A80F14B}"/>
              </a:ext>
            </a:extLst>
          </p:cNvPr>
          <p:cNvCxnSpPr>
            <a:cxnSpLocks/>
          </p:cNvCxnSpPr>
          <p:nvPr>
            <p:custDataLst>
              <p:tags r:id="rId7"/>
            </p:custDataLst>
          </p:nvPr>
        </p:nvCxnSpPr>
        <p:spPr bwMode="auto">
          <a:xfrm flipV="1">
            <a:off x="11799888" y="4310063"/>
            <a:ext cx="119063" cy="4445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1" name="Holder 3">
            <a:extLst>
              <a:ext uri="{FF2B5EF4-FFF2-40B4-BE49-F238E27FC236}">
                <a16:creationId xmlns:a16="http://schemas.microsoft.com/office/drawing/2014/main" id="{26F3F72A-689E-4ABC-9B6D-BA6C60C8783C}"/>
              </a:ext>
            </a:extLst>
          </p:cNvPr>
          <p:cNvSpPr>
            <a:spLocks noGrp="1"/>
          </p:cNvSpPr>
          <p:nvPr>
            <p:custDataLst>
              <p:tags r:id="rId8"/>
            </p:custDataLst>
          </p:nvPr>
        </p:nvSpPr>
        <p:spPr bwMode="auto">
          <a:xfrm>
            <a:off x="11393488" y="4278313"/>
            <a:ext cx="381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42013D0B-0C87-4774-B45A-7E375C4F6FF5}" type="datetime'''''''''品''''''''''''''类''''''''''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品类词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62" name="Holder 3">
            <a:extLst>
              <a:ext uri="{FF2B5EF4-FFF2-40B4-BE49-F238E27FC236}">
                <a16:creationId xmlns:a16="http://schemas.microsoft.com/office/drawing/2014/main" id="{3F97F370-0800-4A42-B749-A212D37F0362}"/>
              </a:ext>
            </a:extLst>
          </p:cNvPr>
          <p:cNvSpPr>
            <a:spLocks noGrp="1"/>
          </p:cNvSpPr>
          <p:nvPr>
            <p:custDataLst>
              <p:tags r:id="rId9"/>
            </p:custDataLst>
          </p:nvPr>
        </p:nvSpPr>
        <p:spPr bwMode="auto">
          <a:xfrm>
            <a:off x="11139488" y="4492625"/>
            <a:ext cx="635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C8B55D54-E35D-40F6-A4FC-DE7CFB2EB038}" type="datetime'''''''''''''''''''''''''场''景''''攻''''''''''略''''''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场景攻略词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63" name="Holder 3">
            <a:extLst>
              <a:ext uri="{FF2B5EF4-FFF2-40B4-BE49-F238E27FC236}">
                <a16:creationId xmlns:a16="http://schemas.microsoft.com/office/drawing/2014/main" id="{4C465872-756D-4C08-948B-9F7B45968D78}"/>
              </a:ext>
            </a:extLst>
          </p:cNvPr>
          <p:cNvSpPr>
            <a:spLocks noGrp="1"/>
          </p:cNvSpPr>
          <p:nvPr>
            <p:custDataLst>
              <p:tags r:id="rId10"/>
            </p:custDataLst>
          </p:nvPr>
        </p:nvSpPr>
        <p:spPr bwMode="auto">
          <a:xfrm>
            <a:off x="11393488" y="4957763"/>
            <a:ext cx="381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38F28750-74BD-448A-BCDB-201F644BED50}" type="datetime'''''''竞''''''''''''''''''''''品''''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竞品词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64" name="Holder 3">
            <a:extLst>
              <a:ext uri="{FF2B5EF4-FFF2-40B4-BE49-F238E27FC236}">
                <a16:creationId xmlns:a16="http://schemas.microsoft.com/office/drawing/2014/main" id="{50552C0E-E74B-4F5B-AE81-2F771D369898}"/>
              </a:ext>
            </a:extLst>
          </p:cNvPr>
          <p:cNvSpPr>
            <a:spLocks noGrp="1"/>
          </p:cNvSpPr>
          <p:nvPr>
            <p:custDataLst>
              <p:tags r:id="rId11"/>
            </p:custDataLst>
          </p:nvPr>
        </p:nvSpPr>
        <p:spPr bwMode="auto">
          <a:xfrm>
            <a:off x="11393488" y="5368925"/>
            <a:ext cx="381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B46C7803-3A15-451D-8620-C8DDCCCC9709}" type="datetime'''''''品''''''牌''''''''''''''''''''''''''''''''''''''''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品牌词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54" name="Text Placeholder">
            <a:extLst>
              <a:ext uri="{FF2B5EF4-FFF2-40B4-BE49-F238E27FC236}">
                <a16:creationId xmlns:a16="http://schemas.microsoft.com/office/drawing/2014/main" id="{5C8F4F14-2776-41FA-AE9A-240D9BD84B6E}"/>
              </a:ext>
            </a:extLst>
          </p:cNvPr>
          <p:cNvSpPr>
            <a:spLocks noGrp="1"/>
          </p:cNvSpPr>
          <p:nvPr>
            <p:custDataLst>
              <p:tags r:id="rId12"/>
            </p:custDataLst>
          </p:nvPr>
        </p:nvSpPr>
        <p:spPr bwMode="auto">
          <a:xfrm>
            <a:off x="11677650" y="8874125"/>
            <a:ext cx="5588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75F848BC-03BC-4F41-97BC-E3DBF69DC279}" type="datetime'''''''''''''''''''''兴''''趣''-''''''''''''''留资'">
              <a:rPr lang="zh-CN" altLang="en-US" sz="1000" smtClean="0">
                <a:ea typeface="阿里巴巴普惠体 3.0 55 Regular" panose="00020600040101010101"/>
              </a:rPr>
              <a:pPr/>
              <a:t>兴趣-留资</a:t>
            </a:fld>
            <a:endParaRPr lang="zh-CN" altLang="en-US" sz="1000" dirty="0">
              <a:ea typeface="阿里巴巴普惠体 3.0 55 Regular" panose="00020600040101010101"/>
              <a:sym typeface="阿里巴巴普惠体 3.0 55 Regular" panose="00020600040101010101"/>
            </a:endParaRPr>
          </a:p>
        </p:txBody>
      </p:sp>
      <p:sp>
        <p:nvSpPr>
          <p:cNvPr id="266" name="Holder 3">
            <a:extLst>
              <a:ext uri="{FF2B5EF4-FFF2-40B4-BE49-F238E27FC236}">
                <a16:creationId xmlns:a16="http://schemas.microsoft.com/office/drawing/2014/main" id="{622D7E36-F6DA-4256-8CF4-118218E261A9}"/>
              </a:ext>
            </a:extLst>
          </p:cNvPr>
          <p:cNvSpPr>
            <a:spLocks noGrp="1"/>
          </p:cNvSpPr>
          <p:nvPr>
            <p:custDataLst>
              <p:tags r:id="rId13"/>
            </p:custDataLst>
          </p:nvPr>
        </p:nvSpPr>
        <p:spPr bwMode="auto">
          <a:xfrm>
            <a:off x="11139488" y="7851775"/>
            <a:ext cx="635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C4B57D80-B2B2-472C-9145-274F120AC4EE}" type="datetime'价''格''''''''''''''''''''''''''''''''政''''''策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价格政策词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67" name="Holder 3">
            <a:extLst>
              <a:ext uri="{FF2B5EF4-FFF2-40B4-BE49-F238E27FC236}">
                <a16:creationId xmlns:a16="http://schemas.microsoft.com/office/drawing/2014/main" id="{606F33CA-757F-47F9-8A5D-CFB438862B43}"/>
              </a:ext>
            </a:extLst>
          </p:cNvPr>
          <p:cNvSpPr>
            <a:spLocks noGrp="1"/>
          </p:cNvSpPr>
          <p:nvPr>
            <p:custDataLst>
              <p:tags r:id="rId14"/>
            </p:custDataLst>
          </p:nvPr>
        </p:nvSpPr>
        <p:spPr bwMode="auto">
          <a:xfrm>
            <a:off x="11139488" y="8247063"/>
            <a:ext cx="635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C7A6DD4C-0902-4002-AC5D-3562B785FE31}" type="datetime'整''''''''''''''''''''''''''''车''''属''''''''''''''''''性''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整车属性词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68" name="Holder 3">
            <a:extLst>
              <a:ext uri="{FF2B5EF4-FFF2-40B4-BE49-F238E27FC236}">
                <a16:creationId xmlns:a16="http://schemas.microsoft.com/office/drawing/2014/main" id="{CCF1C7EE-98DF-4920-821E-95F95B452303}"/>
              </a:ext>
            </a:extLst>
          </p:cNvPr>
          <p:cNvSpPr>
            <a:spLocks noGrp="1"/>
          </p:cNvSpPr>
          <p:nvPr>
            <p:custDataLst>
              <p:tags r:id="rId15"/>
            </p:custDataLst>
          </p:nvPr>
        </p:nvSpPr>
        <p:spPr bwMode="auto">
          <a:xfrm>
            <a:off x="11393488" y="8450263"/>
            <a:ext cx="381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30004A8E-7056-45E3-885C-FD74AA54C991}" type="datetime'''配''''''''''''''''''''''''''件''''''''''''''''''''''''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配件词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60" name="Text Placeholder">
            <a:extLst>
              <a:ext uri="{FF2B5EF4-FFF2-40B4-BE49-F238E27FC236}">
                <a16:creationId xmlns:a16="http://schemas.microsoft.com/office/drawing/2014/main" id="{7904F735-2FB4-43D4-8424-46B813F5B5C0}"/>
              </a:ext>
            </a:extLst>
          </p:cNvPr>
          <p:cNvSpPr>
            <a:spLocks noGrp="1"/>
          </p:cNvSpPr>
          <p:nvPr>
            <p:custDataLst>
              <p:tags r:id="rId16"/>
            </p:custDataLst>
          </p:nvPr>
        </p:nvSpPr>
        <p:spPr bwMode="auto">
          <a:xfrm>
            <a:off x="15811500" y="8874125"/>
            <a:ext cx="5588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37599956-C671-49FF-BE2B-48F4A0BF2106}" type="datetime'''''''''''''''''''试''''''驾-''''''''''''成''交'''''''''''''''''">
              <a:rPr lang="zh-CN" altLang="en-US" sz="1000" smtClean="0">
                <a:ea typeface="阿里巴巴普惠体 3.0 55 Regular" panose="00020600040101010101"/>
              </a:rPr>
              <a:pPr/>
              <a:t>试驾-成交</a:t>
            </a:fld>
            <a:endParaRPr lang="zh-CN" altLang="en-US" sz="1000" dirty="0">
              <a:ea typeface="阿里巴巴普惠体 3.0 55 Regular" panose="00020600040101010101"/>
              <a:sym typeface="阿里巴巴普惠体 3.0 55 Regular" panose="00020600040101010101"/>
            </a:endParaRPr>
          </a:p>
        </p:txBody>
      </p:sp>
      <p:sp>
        <p:nvSpPr>
          <p:cNvPr id="269" name="Holder 3">
            <a:extLst>
              <a:ext uri="{FF2B5EF4-FFF2-40B4-BE49-F238E27FC236}">
                <a16:creationId xmlns:a16="http://schemas.microsoft.com/office/drawing/2014/main" id="{9559FF7A-C440-4598-9584-36AE4656DA6B}"/>
              </a:ext>
            </a:extLst>
          </p:cNvPr>
          <p:cNvSpPr>
            <a:spLocks noGrp="1"/>
          </p:cNvSpPr>
          <p:nvPr>
            <p:custDataLst>
              <p:tags r:id="rId17"/>
            </p:custDataLst>
          </p:nvPr>
        </p:nvSpPr>
        <p:spPr bwMode="auto">
          <a:xfrm>
            <a:off x="11139488" y="8653463"/>
            <a:ext cx="635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8B3E5666-A0F0-4227-A15A-CAE48248B670}" type="datetime'''''''''''''''''''爱车''''''''''''''''''''服''''务''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爱车服务词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sp>
        <p:nvSpPr>
          <p:cNvPr id="258" name="Text Placeholder">
            <a:extLst>
              <a:ext uri="{FF2B5EF4-FFF2-40B4-BE49-F238E27FC236}">
                <a16:creationId xmlns:a16="http://schemas.microsoft.com/office/drawing/2014/main" id="{3E13301C-E81C-4D34-8D11-8EFA6987C3EE}"/>
              </a:ext>
            </a:extLst>
          </p:cNvPr>
          <p:cNvSpPr>
            <a:spLocks noGrp="1"/>
          </p:cNvSpPr>
          <p:nvPr>
            <p:custDataLst>
              <p:tags r:id="rId18"/>
            </p:custDataLst>
          </p:nvPr>
        </p:nvSpPr>
        <p:spPr bwMode="auto">
          <a:xfrm>
            <a:off x="13744575" y="8874125"/>
            <a:ext cx="5588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marL="0" lvl="0" indent="0" algn="ctr">
              <a:spcBef>
                <a:spcPct val="0"/>
              </a:spcBef>
              <a:spcAft>
                <a:spcPct val="0"/>
              </a:spcAft>
              <a:buNone/>
            </a:pPr>
            <a:fld id="{6DBB6E55-830B-480B-B6D9-947FF17ADD9B}" type="datetime'''留资''''''''''''''''''''-''试驾'''''''''''''''''''''''''''''''''">
              <a:rPr lang="zh-CN" altLang="en-US" sz="1000" smtClean="0">
                <a:ea typeface="阿里巴巴普惠体 3.0 55 Regular" panose="00020600040101010101"/>
              </a:rPr>
              <a:pPr/>
              <a:t>留资-试驾</a:t>
            </a:fld>
            <a:endParaRPr lang="zh-CN" altLang="en-US" sz="1000" dirty="0">
              <a:ea typeface="阿里巴巴普惠体 3.0 55 Regular" panose="00020600040101010101"/>
              <a:sym typeface="阿里巴巴普惠体 3.0 55 Regular" panose="00020600040101010101"/>
            </a:endParaRPr>
          </a:p>
        </p:txBody>
      </p:sp>
      <p:sp>
        <p:nvSpPr>
          <p:cNvPr id="265" name="Holder 3">
            <a:extLst>
              <a:ext uri="{FF2B5EF4-FFF2-40B4-BE49-F238E27FC236}">
                <a16:creationId xmlns:a16="http://schemas.microsoft.com/office/drawing/2014/main" id="{1F1770F3-FE35-4F6E-8502-41EBAF33E134}"/>
              </a:ext>
            </a:extLst>
          </p:cNvPr>
          <p:cNvSpPr>
            <a:spLocks noGrp="1"/>
          </p:cNvSpPr>
          <p:nvPr>
            <p:custDataLst>
              <p:tags r:id="rId19"/>
            </p:custDataLst>
          </p:nvPr>
        </p:nvSpPr>
        <p:spPr bwMode="auto">
          <a:xfrm>
            <a:off x="11393488" y="6594475"/>
            <a:ext cx="3810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rtl="0">
              <a:spcBef>
                <a:spcPct val="0"/>
              </a:spcBef>
              <a:spcAft>
                <a:spcPct val="0"/>
              </a:spcAft>
            </a:pPr>
            <a:fld id="{56F2C988-6C8A-4BB9-9DBD-B8F5DA067E3B}" type="datetime'''''''车''''''''系词'''''''''''''''''''''''''">
              <a:rPr lang="zh-CN" altLang="en-US" sz="1000" kern="1200" smtClean="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rPr>
              <a:pPr algn="r" rtl="0">
                <a:spcBef>
                  <a:spcPct val="0"/>
                </a:spcBef>
                <a:spcAft>
                  <a:spcPct val="0"/>
                </a:spcAft>
              </a:pPr>
              <a:t>车系词</a:t>
            </a:fld>
            <a:endParaRPr lang="zh-CN" altLang="en-US" sz="1000" kern="1200" dirty="0">
              <a:solidFill>
                <a:schemeClr val="tx1"/>
              </a:solidFill>
              <a:latin typeface="FZVARIABLE-LANTINGHEIK MEDIUM" panose="02000600000000000000" pitchFamily="2" charset="-122"/>
              <a:ea typeface="FZVARIABLE-LANTINGHEIK MEDIUM" panose="02000600000000000000" pitchFamily="2" charset="-122"/>
              <a:sym typeface="FZVARIABLE-LANTINGHEIK MEDIUM" panose="02000600000000000000" pitchFamily="2" charset="-122"/>
            </a:endParaRPr>
          </a:p>
        </p:txBody>
      </p:sp>
      <p:graphicFrame>
        <p:nvGraphicFramePr>
          <p:cNvPr id="270" name="表格 227">
            <a:extLst>
              <a:ext uri="{FF2B5EF4-FFF2-40B4-BE49-F238E27FC236}">
                <a16:creationId xmlns:a16="http://schemas.microsoft.com/office/drawing/2014/main" id="{1EE15B7B-D8DD-4364-B5BD-0C6E54EDC58B}"/>
              </a:ext>
            </a:extLst>
          </p:cNvPr>
          <p:cNvGraphicFramePr>
            <a:graphicFrameLocks noGrp="1"/>
          </p:cNvGraphicFramePr>
          <p:nvPr>
            <p:custDataLst>
              <p:tags r:id="rId20"/>
            </p:custDataLst>
            <p:extLst>
              <p:ext uri="{D42A27DB-BD31-4B8C-83A1-F6EECF244321}">
                <p14:modId xmlns:p14="http://schemas.microsoft.com/office/powerpoint/2010/main" val="943001377"/>
              </p:ext>
            </p:extLst>
          </p:nvPr>
        </p:nvGraphicFramePr>
        <p:xfrm>
          <a:off x="10282971" y="4247844"/>
          <a:ext cx="739040" cy="4567543"/>
        </p:xfrm>
        <a:graphic>
          <a:graphicData uri="http://schemas.openxmlformats.org/drawingml/2006/table">
            <a:tbl>
              <a:tblPr firstRow="1" bandRow="1">
                <a:tableStyleId>{2D5ABB26-0587-4C30-8999-92F81FD0307C}</a:tableStyleId>
              </a:tblPr>
              <a:tblGrid>
                <a:gridCol w="739040">
                  <a:extLst>
                    <a:ext uri="{9D8B030D-6E8A-4147-A177-3AD203B41FA5}">
                      <a16:colId xmlns:a16="http://schemas.microsoft.com/office/drawing/2014/main" val="1406302794"/>
                    </a:ext>
                  </a:extLst>
                </a:gridCol>
              </a:tblGrid>
              <a:tr h="639726">
                <a:tc>
                  <a:txBody>
                    <a:bodyPr/>
                    <a:lstStyle/>
                    <a:p>
                      <a:pPr algn="ctr"/>
                      <a:r>
                        <a:rPr lang="zh-CN" altLang="en-US" sz="1300" b="0" i="0" dirty="0">
                          <a:solidFill>
                            <a:schemeClr val="bg1"/>
                          </a:solidFill>
                          <a:latin typeface="FZVARIABLE-LANTINGHEIK MEDIUM" panose="02000600000000000000" pitchFamily="2" charset="-122"/>
                          <a:ea typeface="FZVARIABLE-LANTINGHEIK MEDIUM" panose="02000600000000000000" pitchFamily="2" charset="-122"/>
                        </a:rPr>
                        <a:t>泛搜词</a:t>
                      </a:r>
                    </a:p>
                  </a:txBody>
                  <a:tcPr marL="83274" marR="83274" marT="41637" marB="41637" anchor="ctr">
                    <a:solidFill>
                      <a:schemeClr val="tx1">
                        <a:lumMod val="75000"/>
                        <a:lumOff val="25000"/>
                      </a:schemeClr>
                    </a:solidFill>
                  </a:tcPr>
                </a:tc>
                <a:extLst>
                  <a:ext uri="{0D108BD9-81ED-4DB2-BD59-A6C34878D82A}">
                    <a16:rowId xmlns:a16="http://schemas.microsoft.com/office/drawing/2014/main" val="1889464674"/>
                  </a:ext>
                </a:extLst>
              </a:tr>
              <a:tr h="639726">
                <a:tc>
                  <a:txBody>
                    <a:bodyPr/>
                    <a:lstStyle/>
                    <a:p>
                      <a:pPr algn="ctr"/>
                      <a:r>
                        <a:rPr lang="zh-CN" altLang="en-US" sz="1300" b="0" i="0" dirty="0">
                          <a:solidFill>
                            <a:schemeClr val="bg1"/>
                          </a:solidFill>
                          <a:latin typeface="FZVARIABLE-LANTINGHEIK MEDIUM" panose="02000600000000000000" pitchFamily="2" charset="-122"/>
                          <a:ea typeface="FZVARIABLE-LANTINGHEIK MEDIUM" panose="02000600000000000000" pitchFamily="2" charset="-122"/>
                        </a:rPr>
                        <a:t>竞品词</a:t>
                      </a:r>
                    </a:p>
                  </a:txBody>
                  <a:tcPr marL="83274" marR="83274" marT="41637" marB="41637" anchor="ctr">
                    <a:solidFill>
                      <a:schemeClr val="tx1">
                        <a:lumMod val="50000"/>
                        <a:lumOff val="50000"/>
                      </a:schemeClr>
                    </a:solidFill>
                  </a:tcPr>
                </a:tc>
                <a:extLst>
                  <a:ext uri="{0D108BD9-81ED-4DB2-BD59-A6C34878D82A}">
                    <a16:rowId xmlns:a16="http://schemas.microsoft.com/office/drawing/2014/main" val="947317086"/>
                  </a:ext>
                </a:extLst>
              </a:tr>
              <a:tr h="3288091">
                <a:tc>
                  <a:txBody>
                    <a:bodyPr/>
                    <a:lstStyle/>
                    <a:p>
                      <a:pPr algn="ctr"/>
                      <a:r>
                        <a:rPr lang="zh-CN" altLang="en-US" sz="1300" b="0" i="0" dirty="0">
                          <a:solidFill>
                            <a:schemeClr val="bg1"/>
                          </a:solidFill>
                          <a:latin typeface="FZVARIABLE-LANTINGHEIK MEDIUM" panose="02000600000000000000" pitchFamily="2" charset="-122"/>
                          <a:ea typeface="FZVARIABLE-LANTINGHEIK MEDIUM" panose="02000600000000000000" pitchFamily="2" charset="-122"/>
                        </a:rPr>
                        <a:t>本品词</a:t>
                      </a:r>
                    </a:p>
                  </a:txBody>
                  <a:tcPr marL="83274" marR="83274" marT="41637" marB="41637" anchor="ctr">
                    <a:solidFill>
                      <a:srgbClr val="007770"/>
                    </a:solidFill>
                  </a:tcPr>
                </a:tc>
                <a:extLst>
                  <a:ext uri="{0D108BD9-81ED-4DB2-BD59-A6C34878D82A}">
                    <a16:rowId xmlns:a16="http://schemas.microsoft.com/office/drawing/2014/main" val="4027388334"/>
                  </a:ext>
                </a:extLst>
              </a:tr>
            </a:tbl>
          </a:graphicData>
        </a:graphic>
      </p:graphicFrame>
      <p:grpSp>
        <p:nvGrpSpPr>
          <p:cNvPr id="28" name="组合 27">
            <a:extLst>
              <a:ext uri="{FF2B5EF4-FFF2-40B4-BE49-F238E27FC236}">
                <a16:creationId xmlns:a16="http://schemas.microsoft.com/office/drawing/2014/main" id="{A1612D31-8D6F-854E-E9B6-305A266E010B}"/>
              </a:ext>
            </a:extLst>
          </p:cNvPr>
          <p:cNvGrpSpPr/>
          <p:nvPr/>
        </p:nvGrpSpPr>
        <p:grpSpPr>
          <a:xfrm>
            <a:off x="2683885" y="4378027"/>
            <a:ext cx="5932969" cy="951870"/>
            <a:chOff x="8900250" y="5622735"/>
            <a:chExt cx="5932969" cy="951870"/>
          </a:xfrm>
        </p:grpSpPr>
        <p:grpSp>
          <p:nvGrpSpPr>
            <p:cNvPr id="29" name="组合 28">
              <a:extLst>
                <a:ext uri="{FF2B5EF4-FFF2-40B4-BE49-F238E27FC236}">
                  <a16:creationId xmlns:a16="http://schemas.microsoft.com/office/drawing/2014/main" id="{54D77D23-A85E-A19B-5B2A-DC90E23E0D16}"/>
                </a:ext>
              </a:extLst>
            </p:cNvPr>
            <p:cNvGrpSpPr/>
            <p:nvPr/>
          </p:nvGrpSpPr>
          <p:grpSpPr>
            <a:xfrm>
              <a:off x="8900250" y="5622735"/>
              <a:ext cx="2343614" cy="951870"/>
              <a:chOff x="8900250" y="5622735"/>
              <a:chExt cx="2343614" cy="951870"/>
            </a:xfrm>
          </p:grpSpPr>
          <p:sp>
            <p:nvSpPr>
              <p:cNvPr id="33" name="椭圆 32">
                <a:extLst>
                  <a:ext uri="{FF2B5EF4-FFF2-40B4-BE49-F238E27FC236}">
                    <a16:creationId xmlns:a16="http://schemas.microsoft.com/office/drawing/2014/main" id="{3D11704F-94A6-F5A6-F1B2-EBF3DF4C4DC8}"/>
                  </a:ext>
                </a:extLst>
              </p:cNvPr>
              <p:cNvSpPr/>
              <p:nvPr/>
            </p:nvSpPr>
            <p:spPr>
              <a:xfrm>
                <a:off x="8900250" y="5934196"/>
                <a:ext cx="2343614" cy="436098"/>
              </a:xfrm>
              <a:prstGeom prst="ellipse">
                <a:avLst/>
              </a:prstGeom>
              <a:gradFill>
                <a:gsLst>
                  <a:gs pos="0">
                    <a:srgbClr val="32C275">
                      <a:alpha val="0"/>
                    </a:srgbClr>
                  </a:gs>
                  <a:gs pos="100000">
                    <a:srgbClr val="32C275">
                      <a:alpha val="50833"/>
                    </a:srgbClr>
                  </a:gs>
                </a:gsLst>
                <a:lin ang="5400000" scaled="0"/>
              </a:gradFill>
              <a:ln w="19050">
                <a:gradFill>
                  <a:gsLst>
                    <a:gs pos="0">
                      <a:srgbClr val="01DC7E">
                        <a:alpha val="0"/>
                      </a:srgbClr>
                    </a:gs>
                    <a:gs pos="100000">
                      <a:srgbClr val="32C27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solidFill>
                    <a:schemeClr val="tx1"/>
                  </a:solidFill>
                </a:endParaRPr>
              </a:p>
            </p:txBody>
          </p:sp>
          <p:sp>
            <p:nvSpPr>
              <p:cNvPr id="34" name="椭圆 33">
                <a:extLst>
                  <a:ext uri="{FF2B5EF4-FFF2-40B4-BE49-F238E27FC236}">
                    <a16:creationId xmlns:a16="http://schemas.microsoft.com/office/drawing/2014/main" id="{E82D5F7F-0D51-0AFD-8D02-D040F93CE1B9}"/>
                  </a:ext>
                </a:extLst>
              </p:cNvPr>
              <p:cNvSpPr/>
              <p:nvPr/>
            </p:nvSpPr>
            <p:spPr>
              <a:xfrm>
                <a:off x="9289827" y="6247448"/>
                <a:ext cx="1564459" cy="327157"/>
              </a:xfrm>
              <a:prstGeom prst="ellipse">
                <a:avLst/>
              </a:prstGeom>
              <a:gradFill>
                <a:gsLst>
                  <a:gs pos="0">
                    <a:srgbClr val="32C275">
                      <a:alpha val="0"/>
                    </a:srgbClr>
                  </a:gs>
                  <a:gs pos="100000">
                    <a:srgbClr val="32C275">
                      <a:alpha val="30000"/>
                    </a:srgbClr>
                  </a:gs>
                </a:gsLst>
                <a:lin ang="5400000" scaled="0"/>
              </a:gradFill>
              <a:ln w="15875">
                <a:gradFill>
                  <a:gsLst>
                    <a:gs pos="0">
                      <a:srgbClr val="01DC7E">
                        <a:alpha val="0"/>
                      </a:srgbClr>
                    </a:gs>
                    <a:gs pos="100000">
                      <a:srgbClr val="32C275">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solidFill>
                    <a:schemeClr val="tx1"/>
                  </a:solidFill>
                </a:endParaRPr>
              </a:p>
            </p:txBody>
          </p:sp>
          <p:sp>
            <p:nvSpPr>
              <p:cNvPr id="35" name="45">
                <a:extLst>
                  <a:ext uri="{FF2B5EF4-FFF2-40B4-BE49-F238E27FC236}">
                    <a16:creationId xmlns:a16="http://schemas.microsoft.com/office/drawing/2014/main" id="{DB12419A-1F99-66D0-4E87-F6AC640F9889}"/>
                  </a:ext>
                </a:extLst>
              </p:cNvPr>
              <p:cNvSpPr txBox="1"/>
              <p:nvPr/>
            </p:nvSpPr>
            <p:spPr>
              <a:xfrm>
                <a:off x="9392733" y="5622735"/>
                <a:ext cx="1632057" cy="695775"/>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024" tIns="35024" rIns="35024" bIns="35024"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r>
                  <a:rPr lang="en-US" altLang="zh-CN" sz="6000" dirty="0">
                    <a:solidFill>
                      <a:schemeClr val="tx1"/>
                    </a:solidFill>
                    <a:latin typeface="FZVariable-LanTingHeiK SemiBold" panose="02000600000000000000" pitchFamily="2" charset="-122"/>
                    <a:ea typeface="FZVariable-LanTingHeiK SemiBold" panose="02000600000000000000" pitchFamily="2" charset="-122"/>
                  </a:rPr>
                  <a:t>40</a:t>
                </a:r>
                <a:r>
                  <a:rPr lang="en-US" altLang="zh-CN" sz="3200" dirty="0">
                    <a:solidFill>
                      <a:schemeClr val="tx1"/>
                    </a:solidFill>
                    <a:latin typeface="FZVariable-LanTingHeiK SemiBold" panose="02000600000000000000" pitchFamily="2" charset="-122"/>
                    <a:ea typeface="FZVariable-LanTingHeiK SemiBold" panose="02000600000000000000" pitchFamily="2" charset="-122"/>
                  </a:rPr>
                  <a:t>%</a:t>
                </a:r>
                <a:endParaRPr sz="6000" dirty="0">
                  <a:solidFill>
                    <a:schemeClr val="tx1"/>
                  </a:solidFill>
                  <a:latin typeface="FZVariable-LanTingHeiK SemiBold" panose="02000600000000000000" pitchFamily="2" charset="-122"/>
                  <a:ea typeface="FZVariable-LanTingHeiK SemiBold" panose="02000600000000000000" pitchFamily="2" charset="-122"/>
                </a:endParaRPr>
              </a:p>
            </p:txBody>
          </p:sp>
        </p:grpSp>
        <p:sp>
          <p:nvSpPr>
            <p:cNvPr id="30" name="文本框 29">
              <a:extLst>
                <a:ext uri="{FF2B5EF4-FFF2-40B4-BE49-F238E27FC236}">
                  <a16:creationId xmlns:a16="http://schemas.microsoft.com/office/drawing/2014/main" id="{1778B6F1-714B-6EEE-A5D1-9F9F62A91561}"/>
                </a:ext>
              </a:extLst>
            </p:cNvPr>
            <p:cNvSpPr txBox="1"/>
            <p:nvPr/>
          </p:nvSpPr>
          <p:spPr>
            <a:xfrm>
              <a:off x="10489845" y="5745762"/>
              <a:ext cx="4343374" cy="265778"/>
            </a:xfrm>
            <a:prstGeom prst="rect">
              <a:avLst/>
            </a:prstGeom>
            <a:noFill/>
          </p:spPr>
          <p:txBody>
            <a:bodyPr wrap="square">
              <a:spAutoFit/>
            </a:bodyPr>
            <a:lstStyle/>
            <a:p>
              <a:pPr algn="ctr">
                <a:lnSpc>
                  <a:spcPct val="120000"/>
                </a:lnSpc>
              </a:pPr>
              <a:r>
                <a:rPr kumimoji="1" lang="zh-CN" altLang="en-US" sz="1000" dirty="0">
                  <a:solidFill>
                    <a:schemeClr val="tx1"/>
                  </a:solidFill>
                  <a:latin typeface="FZVariable-LanTingHeiK Normal" panose="02000600000000000000" pitchFamily="2" charset="-122"/>
                  <a:ea typeface="FZVariable-LanTingHeiK Normal" panose="02000600000000000000" pitchFamily="2" charset="-122"/>
                </a:rPr>
                <a:t>交通出行行业</a:t>
              </a:r>
              <a:endParaRPr kumimoji="1" lang="en-US" altLang="zh-CN" sz="1000" dirty="0">
                <a:solidFill>
                  <a:schemeClr val="tx1"/>
                </a:solidFill>
                <a:latin typeface="FZVariable-LanTingHeiK Normal" panose="02000600000000000000" pitchFamily="2" charset="-122"/>
                <a:ea typeface="FZVariable-LanTingHeiK Normal" panose="02000600000000000000" pitchFamily="2" charset="-122"/>
              </a:endParaRPr>
            </a:p>
          </p:txBody>
        </p:sp>
        <p:sp>
          <p:nvSpPr>
            <p:cNvPr id="31" name="文本框 30">
              <a:extLst>
                <a:ext uri="{FF2B5EF4-FFF2-40B4-BE49-F238E27FC236}">
                  <a16:creationId xmlns:a16="http://schemas.microsoft.com/office/drawing/2014/main" id="{B677AE2F-A157-6CB1-D4E3-44674A18D03C}"/>
                </a:ext>
              </a:extLst>
            </p:cNvPr>
            <p:cNvSpPr txBox="1"/>
            <p:nvPr/>
          </p:nvSpPr>
          <p:spPr>
            <a:xfrm>
              <a:off x="10489845" y="6060982"/>
              <a:ext cx="4343374" cy="265778"/>
            </a:xfrm>
            <a:prstGeom prst="rect">
              <a:avLst/>
            </a:prstGeom>
            <a:noFill/>
          </p:spPr>
          <p:txBody>
            <a:bodyPr wrap="square">
              <a:spAutoFit/>
            </a:bodyPr>
            <a:lstStyle/>
            <a:p>
              <a:pPr algn="ctr">
                <a:lnSpc>
                  <a:spcPct val="120000"/>
                </a:lnSpc>
              </a:pPr>
              <a:r>
                <a:rPr kumimoji="1" lang="zh-CN" altLang="en-US" sz="1000" dirty="0">
                  <a:solidFill>
                    <a:schemeClr val="tx1"/>
                  </a:solidFill>
                  <a:latin typeface="FZVariable-LanTingHeiK Normal" panose="02000600000000000000" pitchFamily="2" charset="-122"/>
                  <a:ea typeface="FZVariable-LanTingHeiK Normal" panose="02000600000000000000" pitchFamily="2" charset="-122"/>
                </a:rPr>
                <a:t>搜索场域投放占比总投放</a:t>
              </a:r>
            </a:p>
          </p:txBody>
        </p:sp>
      </p:grpSp>
      <p:grpSp>
        <p:nvGrpSpPr>
          <p:cNvPr id="46" name="组合 45">
            <a:extLst>
              <a:ext uri="{FF2B5EF4-FFF2-40B4-BE49-F238E27FC236}">
                <a16:creationId xmlns:a16="http://schemas.microsoft.com/office/drawing/2014/main" id="{2C7AD90E-680F-09A0-302B-9604FE7581DC}"/>
              </a:ext>
            </a:extLst>
          </p:cNvPr>
          <p:cNvGrpSpPr/>
          <p:nvPr/>
        </p:nvGrpSpPr>
        <p:grpSpPr>
          <a:xfrm>
            <a:off x="1613082" y="7142991"/>
            <a:ext cx="4168296" cy="2030327"/>
            <a:chOff x="13237769" y="5371942"/>
            <a:chExt cx="4168296" cy="2030327"/>
          </a:xfrm>
        </p:grpSpPr>
        <p:sp>
          <p:nvSpPr>
            <p:cNvPr id="40" name="文本框 39">
              <a:extLst>
                <a:ext uri="{FF2B5EF4-FFF2-40B4-BE49-F238E27FC236}">
                  <a16:creationId xmlns:a16="http://schemas.microsoft.com/office/drawing/2014/main" id="{DB81AFB1-D8E6-8A43-3103-1762A103D299}"/>
                </a:ext>
              </a:extLst>
            </p:cNvPr>
            <p:cNvSpPr txBox="1"/>
            <p:nvPr/>
          </p:nvSpPr>
          <p:spPr>
            <a:xfrm>
              <a:off x="15243987" y="5371942"/>
              <a:ext cx="1995833" cy="635110"/>
            </a:xfrm>
            <a:prstGeom prst="rect">
              <a:avLst/>
            </a:prstGeom>
            <a:noFill/>
          </p:spPr>
          <p:txBody>
            <a:bodyPr wrap="square">
              <a:spAutoFit/>
            </a:bodyPr>
            <a:lstStyle/>
            <a:p>
              <a:pPr algn="ctr">
                <a:lnSpc>
                  <a:spcPct val="120000"/>
                </a:lnSpc>
              </a:pPr>
              <a:r>
                <a:rPr kumimoji="1" lang="zh-CN" altLang="en-US" sz="1000" b="1" dirty="0">
                  <a:solidFill>
                    <a:schemeClr val="tx1"/>
                  </a:solidFill>
                  <a:latin typeface="FZVariable-LanTingHeiK Light" panose="02000600000000000000" pitchFamily="2" charset="-122"/>
                  <a:ea typeface="FZVariable-LanTingHeiK Light" panose="02000600000000000000" pitchFamily="2" charset="-122"/>
                </a:rPr>
                <a:t>信息流转化试驾</a:t>
              </a:r>
              <a:endParaRPr kumimoji="1" lang="en-US" altLang="zh-CN" sz="1000" b="1" dirty="0">
                <a:solidFill>
                  <a:schemeClr val="tx1"/>
                </a:solidFill>
                <a:latin typeface="FZVariable-LanTingHeiK Light" panose="02000600000000000000" pitchFamily="2" charset="-122"/>
                <a:ea typeface="FZVariable-LanTingHeiK Light" panose="02000600000000000000" pitchFamily="2" charset="-122"/>
              </a:endParaRPr>
            </a:p>
            <a:p>
              <a:pPr algn="ctr">
                <a:lnSpc>
                  <a:spcPct val="120000"/>
                </a:lnSpc>
              </a:pPr>
              <a:r>
                <a:rPr kumimoji="1" lang="zh-CN" altLang="en-US" sz="1000" b="1" dirty="0">
                  <a:solidFill>
                    <a:schemeClr val="tx1"/>
                  </a:solidFill>
                  <a:latin typeface="FZVariable-LanTingHeiK Light" panose="02000600000000000000" pitchFamily="2" charset="-122"/>
                  <a:ea typeface="FZVariable-LanTingHeiK Light" panose="02000600000000000000" pitchFamily="2" charset="-122"/>
                </a:rPr>
                <a:t> </a:t>
              </a:r>
              <a:r>
                <a:rPr kumimoji="1" lang="en" altLang="zh-CN" sz="1000" b="1" dirty="0">
                  <a:solidFill>
                    <a:schemeClr val="tx1"/>
                  </a:solidFill>
                  <a:latin typeface="FZVariable-LanTingHeiK Light" panose="02000600000000000000" pitchFamily="2" charset="-122"/>
                  <a:ea typeface="FZVariable-LanTingHeiK Light" panose="02000600000000000000" pitchFamily="2" charset="-122"/>
                </a:rPr>
                <a:t>vs</a:t>
              </a:r>
            </a:p>
            <a:p>
              <a:pPr algn="ctr">
                <a:lnSpc>
                  <a:spcPct val="120000"/>
                </a:lnSpc>
              </a:pPr>
              <a:r>
                <a:rPr kumimoji="1" lang="zh-CN" altLang="en-US" sz="1000" b="1" dirty="0">
                  <a:solidFill>
                    <a:schemeClr val="tx1"/>
                  </a:solidFill>
                  <a:latin typeface="FZVariable-LanTingHeiK Light" panose="02000600000000000000" pitchFamily="2" charset="-122"/>
                  <a:ea typeface="FZVariable-LanTingHeiK Light" panose="02000600000000000000" pitchFamily="2" charset="-122"/>
                </a:rPr>
                <a:t>搜索广告转化试驾</a:t>
              </a:r>
            </a:p>
          </p:txBody>
        </p:sp>
        <p:sp>
          <p:nvSpPr>
            <p:cNvPr id="41" name="45">
              <a:extLst>
                <a:ext uri="{FF2B5EF4-FFF2-40B4-BE49-F238E27FC236}">
                  <a16:creationId xmlns:a16="http://schemas.microsoft.com/office/drawing/2014/main" id="{32F062CF-CC29-04D9-67A6-D8F721F8F297}"/>
                </a:ext>
              </a:extLst>
            </p:cNvPr>
            <p:cNvSpPr txBox="1"/>
            <p:nvPr/>
          </p:nvSpPr>
          <p:spPr>
            <a:xfrm>
              <a:off x="13237769" y="5563073"/>
              <a:ext cx="2625322" cy="570677"/>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024" tIns="35024" rIns="35024" bIns="35024"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pPr algn="ctr"/>
              <a:r>
                <a:rPr lang="en-US" altLang="zh-CN" sz="4800" dirty="0">
                  <a:solidFill>
                    <a:schemeClr val="tx1"/>
                  </a:solidFill>
                  <a:latin typeface="FZVariable-LanTingHeiK SemiBold" panose="02000600000000000000" pitchFamily="2" charset="-122"/>
                  <a:ea typeface="FZVariable-LanTingHeiK SemiBold" panose="02000600000000000000" pitchFamily="2" charset="-122"/>
                </a:rPr>
                <a:t>2.1</a:t>
              </a:r>
              <a:r>
                <a:rPr lang="zh-CN" altLang="en-US" sz="2800" dirty="0">
                  <a:solidFill>
                    <a:schemeClr val="tx1"/>
                  </a:solidFill>
                  <a:latin typeface="FZVariable-LanTingHeiK SemiBold" panose="02000600000000000000" pitchFamily="2" charset="-122"/>
                  <a:ea typeface="FZVariable-LanTingHeiK SemiBold" panose="02000600000000000000" pitchFamily="2" charset="-122"/>
                </a:rPr>
                <a:t>倍</a:t>
              </a:r>
              <a:r>
                <a:rPr lang="en-US" altLang="zh-CN" sz="2800" dirty="0">
                  <a:solidFill>
                    <a:schemeClr val="tx1"/>
                  </a:solidFill>
                  <a:latin typeface="FZVariable-LanTingHeiK SemiBold" panose="02000600000000000000" pitchFamily="2" charset="-122"/>
                  <a:ea typeface="FZVariable-LanTingHeiK SemiBold" panose="02000600000000000000" pitchFamily="2" charset="-122"/>
                </a:rPr>
                <a:t>+</a:t>
              </a:r>
              <a:endParaRPr sz="4000" dirty="0">
                <a:solidFill>
                  <a:schemeClr val="tx1"/>
                </a:solidFill>
                <a:latin typeface="FZVariable-LanTingHeiK SemiBold" panose="02000600000000000000" pitchFamily="2" charset="-122"/>
                <a:ea typeface="FZVariable-LanTingHeiK SemiBold" panose="02000600000000000000" pitchFamily="2" charset="-122"/>
              </a:endParaRPr>
            </a:p>
          </p:txBody>
        </p:sp>
        <p:cxnSp>
          <p:nvCxnSpPr>
            <p:cNvPr id="42" name="直线连接符 41">
              <a:extLst>
                <a:ext uri="{FF2B5EF4-FFF2-40B4-BE49-F238E27FC236}">
                  <a16:creationId xmlns:a16="http://schemas.microsoft.com/office/drawing/2014/main" id="{86F0F426-87A8-38A3-3647-6134DC3985A5}"/>
                </a:ext>
              </a:extLst>
            </p:cNvPr>
            <p:cNvCxnSpPr>
              <a:cxnSpLocks/>
            </p:cNvCxnSpPr>
            <p:nvPr/>
          </p:nvCxnSpPr>
          <p:spPr>
            <a:xfrm>
              <a:off x="13248880" y="6316356"/>
              <a:ext cx="4157185"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7A74B1E5-5995-279A-F768-6E33A90827CD}"/>
                </a:ext>
              </a:extLst>
            </p:cNvPr>
            <p:cNvSpPr txBox="1"/>
            <p:nvPr/>
          </p:nvSpPr>
          <p:spPr>
            <a:xfrm>
              <a:off x="15241529" y="6730717"/>
              <a:ext cx="2000748" cy="635110"/>
            </a:xfrm>
            <a:prstGeom prst="rect">
              <a:avLst/>
            </a:prstGeom>
            <a:noFill/>
          </p:spPr>
          <p:txBody>
            <a:bodyPr wrap="square">
              <a:spAutoFit/>
            </a:bodyPr>
            <a:lstStyle/>
            <a:p>
              <a:pPr algn="ctr">
                <a:lnSpc>
                  <a:spcPct val="120000"/>
                </a:lnSpc>
              </a:pPr>
              <a:r>
                <a:rPr kumimoji="1" lang="zh-CN" altLang="en-US" sz="1000" b="1" dirty="0">
                  <a:solidFill>
                    <a:schemeClr val="tx1"/>
                  </a:solidFill>
                  <a:latin typeface="FZVariable-LanTingHeiK Light" panose="02000600000000000000" pitchFamily="2" charset="-122"/>
                  <a:ea typeface="FZVariable-LanTingHeiK Light" panose="02000600000000000000" pitchFamily="2" charset="-122"/>
                </a:rPr>
                <a:t>信息流转化成交</a:t>
              </a:r>
              <a:endParaRPr kumimoji="1" lang="en-US" altLang="zh-CN" sz="1000" b="1" dirty="0">
                <a:solidFill>
                  <a:schemeClr val="tx1"/>
                </a:solidFill>
                <a:latin typeface="FZVariable-LanTingHeiK Light" panose="02000600000000000000" pitchFamily="2" charset="-122"/>
                <a:ea typeface="FZVariable-LanTingHeiK Light" panose="02000600000000000000" pitchFamily="2" charset="-122"/>
              </a:endParaRPr>
            </a:p>
            <a:p>
              <a:pPr algn="ctr">
                <a:lnSpc>
                  <a:spcPct val="120000"/>
                </a:lnSpc>
              </a:pPr>
              <a:r>
                <a:rPr kumimoji="1" lang="zh-CN" altLang="en-US" sz="1000" b="1" dirty="0">
                  <a:solidFill>
                    <a:schemeClr val="tx1"/>
                  </a:solidFill>
                  <a:latin typeface="FZVariable-LanTingHeiK Light" panose="02000600000000000000" pitchFamily="2" charset="-122"/>
                  <a:ea typeface="FZVariable-LanTingHeiK Light" panose="02000600000000000000" pitchFamily="2" charset="-122"/>
                </a:rPr>
                <a:t> </a:t>
              </a:r>
              <a:r>
                <a:rPr kumimoji="1" lang="en" altLang="zh-CN" sz="1000" b="1" dirty="0">
                  <a:solidFill>
                    <a:schemeClr val="tx1"/>
                  </a:solidFill>
                  <a:latin typeface="FZVariable-LanTingHeiK Light" panose="02000600000000000000" pitchFamily="2" charset="-122"/>
                  <a:ea typeface="FZVariable-LanTingHeiK Light" panose="02000600000000000000" pitchFamily="2" charset="-122"/>
                </a:rPr>
                <a:t>vs</a:t>
              </a:r>
            </a:p>
            <a:p>
              <a:pPr algn="ctr">
                <a:lnSpc>
                  <a:spcPct val="120000"/>
                </a:lnSpc>
              </a:pPr>
              <a:r>
                <a:rPr kumimoji="1" lang="zh-CN" altLang="en-US" sz="1000" b="1" dirty="0">
                  <a:solidFill>
                    <a:schemeClr val="tx1"/>
                  </a:solidFill>
                  <a:latin typeface="FZVariable-LanTingHeiK Light" panose="02000600000000000000" pitchFamily="2" charset="-122"/>
                  <a:ea typeface="FZVariable-LanTingHeiK Light" panose="02000600000000000000" pitchFamily="2" charset="-122"/>
                </a:rPr>
                <a:t>搜索广告转化成交</a:t>
              </a:r>
            </a:p>
          </p:txBody>
        </p:sp>
        <p:sp>
          <p:nvSpPr>
            <p:cNvPr id="44" name="45">
              <a:extLst>
                <a:ext uri="{FF2B5EF4-FFF2-40B4-BE49-F238E27FC236}">
                  <a16:creationId xmlns:a16="http://schemas.microsoft.com/office/drawing/2014/main" id="{89CF5A24-1984-A384-5254-FA762D8ABCDB}"/>
                </a:ext>
              </a:extLst>
            </p:cNvPr>
            <p:cNvSpPr txBox="1"/>
            <p:nvPr/>
          </p:nvSpPr>
          <p:spPr>
            <a:xfrm>
              <a:off x="13694327" y="6831592"/>
              <a:ext cx="1712207" cy="570677"/>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024" tIns="35024" rIns="35024" bIns="35024" anchor="ctr">
              <a:spAutoFit/>
            </a:bodyPr>
            <a:lstStyle>
              <a:lvl1pPr defTabSz="2823641">
                <a:lnSpc>
                  <a:spcPct val="60000"/>
                </a:lnSpc>
                <a:defRPr sz="14600">
                  <a:gradFill flip="none" rotWithShape="1">
                    <a:gsLst>
                      <a:gs pos="0">
                        <a:srgbClr val="F6CDA4"/>
                      </a:gs>
                      <a:gs pos="100000">
                        <a:srgbClr val="F0392D"/>
                      </a:gs>
                    </a:gsLst>
                    <a:lin ang="5400000" scaled="0"/>
                  </a:gradFill>
                  <a:latin typeface="DIN-Medium"/>
                  <a:ea typeface="DIN-Medium"/>
                  <a:cs typeface="DIN-Medium"/>
                  <a:sym typeface="DIN-Medium"/>
                </a:defRPr>
              </a:lvl1pPr>
            </a:lstStyle>
            <a:p>
              <a:pPr algn="ctr"/>
              <a:r>
                <a:rPr lang="en-US" altLang="zh-CN" sz="4800" dirty="0">
                  <a:solidFill>
                    <a:srgbClr val="06B851"/>
                  </a:solidFill>
                  <a:latin typeface="FZVariable-LanTingHeiK SemiBold" panose="02000600000000000000" pitchFamily="2" charset="-122"/>
                  <a:ea typeface="FZVariable-LanTingHeiK SemiBold" panose="02000600000000000000" pitchFamily="2" charset="-122"/>
                </a:rPr>
                <a:t>2.6</a:t>
              </a:r>
              <a:r>
                <a:rPr lang="zh-CN" altLang="en-US" sz="2800" dirty="0">
                  <a:solidFill>
                    <a:schemeClr val="tx1"/>
                  </a:solidFill>
                  <a:latin typeface="FZVariable-LanTingHeiK SemiBold" panose="02000600000000000000" pitchFamily="2" charset="-122"/>
                  <a:ea typeface="FZVariable-LanTingHeiK SemiBold" panose="02000600000000000000" pitchFamily="2" charset="-122"/>
                </a:rPr>
                <a:t>倍</a:t>
              </a:r>
              <a:r>
                <a:rPr lang="en-US" altLang="zh-CN" sz="2800" dirty="0">
                  <a:solidFill>
                    <a:schemeClr val="tx1"/>
                  </a:solidFill>
                  <a:latin typeface="FZVariable-LanTingHeiK SemiBold" panose="02000600000000000000" pitchFamily="2" charset="-122"/>
                  <a:ea typeface="FZVariable-LanTingHeiK SemiBold" panose="02000600000000000000" pitchFamily="2" charset="-122"/>
                </a:rPr>
                <a:t>+</a:t>
              </a:r>
              <a:endParaRPr sz="4000" dirty="0">
                <a:solidFill>
                  <a:schemeClr val="tx1"/>
                </a:solidFill>
                <a:latin typeface="FZVariable-LanTingHeiK SemiBold" panose="02000600000000000000" pitchFamily="2" charset="-122"/>
                <a:ea typeface="FZVariable-LanTingHeiK SemiBold" panose="02000600000000000000" pitchFamily="2" charset="-122"/>
              </a:endParaRPr>
            </a:p>
          </p:txBody>
        </p:sp>
      </p:grpSp>
      <p:sp>
        <p:nvSpPr>
          <p:cNvPr id="47" name="圆角矩形 88">
            <a:extLst>
              <a:ext uri="{FF2B5EF4-FFF2-40B4-BE49-F238E27FC236}">
                <a16:creationId xmlns:a16="http://schemas.microsoft.com/office/drawing/2014/main" id="{19463190-D0C6-6637-672B-D4F26F4CDEA7}"/>
              </a:ext>
            </a:extLst>
          </p:cNvPr>
          <p:cNvSpPr/>
          <p:nvPr>
            <p:custDataLst>
              <p:tags r:id="rId21"/>
            </p:custDataLst>
          </p:nvPr>
        </p:nvSpPr>
        <p:spPr>
          <a:xfrm>
            <a:off x="1844196" y="5772267"/>
            <a:ext cx="6531927" cy="445635"/>
          </a:xfrm>
          <a:prstGeom prst="roundRect">
            <a:avLst>
              <a:gd name="adj" fmla="val 5901"/>
            </a:avLst>
          </a:prstGeom>
          <a:solidFill>
            <a:srgbClr val="DFF1DF">
              <a:alpha val="7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b="1" kern="1200" dirty="0">
              <a:solidFill>
                <a:schemeClr val="tx1"/>
              </a:solidFill>
              <a:latin typeface="FZVariable-LanTingHeiK Bold" panose="02000600000000000000" pitchFamily="2" charset="-122"/>
              <a:ea typeface="阿里巴巴普惠体 3.0 105 Heavy" panose="00020600040101010101"/>
            </a:endParaRPr>
          </a:p>
        </p:txBody>
      </p:sp>
      <p:sp>
        <p:nvSpPr>
          <p:cNvPr id="48" name="文本框 47">
            <a:extLst>
              <a:ext uri="{FF2B5EF4-FFF2-40B4-BE49-F238E27FC236}">
                <a16:creationId xmlns:a16="http://schemas.microsoft.com/office/drawing/2014/main" id="{CFF68F3F-831A-385D-FDCF-EB89A5006067}"/>
              </a:ext>
            </a:extLst>
          </p:cNvPr>
          <p:cNvSpPr txBox="1"/>
          <p:nvPr>
            <p:custDataLst>
              <p:tags r:id="rId22"/>
            </p:custDataLst>
          </p:nvPr>
        </p:nvSpPr>
        <p:spPr>
          <a:xfrm>
            <a:off x="2061805" y="5731008"/>
            <a:ext cx="6085245" cy="425181"/>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
                <a:srgbClr val="20DA70"/>
              </a:buClr>
              <a:buSzTx/>
              <a:buFont typeface="Wingdings" pitchFamily="2" charset="2"/>
              <a:buChar char="ü"/>
              <a:tabLst/>
            </a:pPr>
            <a:r>
              <a:rPr lang="zh-CN" altLang="en-US" sz="1600" dirty="0">
                <a:solidFill>
                  <a:schemeClr val="tx1"/>
                </a:solidFill>
                <a:latin typeface="FZVARIABLE-LANTINGHEIK MEDIUM" panose="02000600000000000000" pitchFamily="2" charset="-122"/>
                <a:ea typeface="FZVARIABLE-LANTINGHEIK MEDIUM" panose="02000600000000000000" pitchFamily="2" charset="-122"/>
              </a:rPr>
              <a:t>搜索是用户购车决策的重要入口，搜索触发留资，也助推成交</a:t>
            </a:r>
            <a:endParaRPr lang="en-US" altLang="zh-CN" sz="1600" dirty="0">
              <a:solidFill>
                <a:schemeClr val="tx1"/>
              </a:solidFill>
              <a:latin typeface="FZVARIABLE-LANTINGHEIK MEDIUM" panose="02000600000000000000" pitchFamily="2" charset="-122"/>
              <a:ea typeface="FZVARIABLE-LANTINGHEIK MEDIUM" panose="02000600000000000000" pitchFamily="2" charset="-122"/>
            </a:endParaRPr>
          </a:p>
        </p:txBody>
      </p:sp>
      <p:sp>
        <p:nvSpPr>
          <p:cNvPr id="49" name="圆角矩形 88">
            <a:extLst>
              <a:ext uri="{FF2B5EF4-FFF2-40B4-BE49-F238E27FC236}">
                <a16:creationId xmlns:a16="http://schemas.microsoft.com/office/drawing/2014/main" id="{918EFE26-FA00-658D-3BAF-25DFFC415F7E}"/>
              </a:ext>
            </a:extLst>
          </p:cNvPr>
          <p:cNvSpPr/>
          <p:nvPr>
            <p:custDataLst>
              <p:tags r:id="rId23"/>
            </p:custDataLst>
          </p:nvPr>
        </p:nvSpPr>
        <p:spPr>
          <a:xfrm>
            <a:off x="1822073" y="9492175"/>
            <a:ext cx="6531927" cy="445635"/>
          </a:xfrm>
          <a:prstGeom prst="roundRect">
            <a:avLst>
              <a:gd name="adj" fmla="val 5901"/>
            </a:avLst>
          </a:prstGeom>
          <a:solidFill>
            <a:srgbClr val="DFF1DF">
              <a:alpha val="7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b="1" kern="1200" dirty="0">
              <a:solidFill>
                <a:schemeClr val="tx1"/>
              </a:solidFill>
              <a:latin typeface="FZVariable-LanTingHeiK Bold" panose="02000600000000000000" pitchFamily="2" charset="-122"/>
              <a:ea typeface="阿里巴巴普惠体 3.0 105 Heavy" panose="00020600040101010101"/>
            </a:endParaRPr>
          </a:p>
        </p:txBody>
      </p:sp>
      <p:sp>
        <p:nvSpPr>
          <p:cNvPr id="50" name="文本框 49">
            <a:extLst>
              <a:ext uri="{FF2B5EF4-FFF2-40B4-BE49-F238E27FC236}">
                <a16:creationId xmlns:a16="http://schemas.microsoft.com/office/drawing/2014/main" id="{D00A3FF8-EF68-9903-34D4-784D8872CEB9}"/>
              </a:ext>
            </a:extLst>
          </p:cNvPr>
          <p:cNvSpPr txBox="1"/>
          <p:nvPr>
            <p:custDataLst>
              <p:tags r:id="rId24"/>
            </p:custDataLst>
          </p:nvPr>
        </p:nvSpPr>
        <p:spPr>
          <a:xfrm>
            <a:off x="2061806" y="9452180"/>
            <a:ext cx="7359372" cy="794513"/>
          </a:xfrm>
          <a:prstGeom prst="rect">
            <a:avLst/>
          </a:prstGeom>
          <a:noFill/>
        </p:spPr>
        <p:txBody>
          <a:bodyPr wrap="square">
            <a:spAutoFit/>
          </a:bodyPr>
          <a:lstStyle/>
          <a:p>
            <a:pPr marL="285750" indent="-285750" algn="l" rtl="0" eaLnBrk="0" fontAlgn="base" hangingPunct="0">
              <a:lnSpc>
                <a:spcPct val="150000"/>
              </a:lnSpc>
              <a:spcBef>
                <a:spcPct val="0"/>
              </a:spcBef>
              <a:spcAft>
                <a:spcPct val="0"/>
              </a:spcAft>
              <a:buClr>
                <a:srgbClr val="20DA70"/>
              </a:buClr>
              <a:buFont typeface="Wingdings" pitchFamily="2" charset="2"/>
              <a:buChar char="ü"/>
            </a:pPr>
            <a:r>
              <a:rPr lang="zh-CN" altLang="en-US" sz="1600" dirty="0">
                <a:solidFill>
                  <a:schemeClr val="tx1"/>
                </a:solidFill>
                <a:latin typeface="FZVARIABLE-LANTINGHEIK MEDIUM" panose="02000600000000000000" pitchFamily="2" charset="-122"/>
                <a:ea typeface="FZVARIABLE-LANTINGHEIK MEDIUM" panose="02000600000000000000" pitchFamily="2" charset="-122"/>
              </a:rPr>
              <a:t>搜索广告的转化效率远高于信息流广告，对后效价值更显著</a:t>
            </a:r>
          </a:p>
          <a:p>
            <a:pPr marL="285750" indent="-285750" algn="l" rtl="0" eaLnBrk="0" fontAlgn="base" hangingPunct="0">
              <a:lnSpc>
                <a:spcPct val="150000"/>
              </a:lnSpc>
              <a:spcBef>
                <a:spcPct val="0"/>
              </a:spcBef>
              <a:spcAft>
                <a:spcPct val="0"/>
              </a:spcAft>
              <a:buClr>
                <a:srgbClr val="20DA70"/>
              </a:buClr>
              <a:buFont typeface="Wingdings" pitchFamily="2" charset="2"/>
              <a:buChar char="ü"/>
            </a:pPr>
            <a:endParaRPr lang="en-US" altLang="zh-CN" sz="1600" dirty="0">
              <a:solidFill>
                <a:schemeClr val="tx1"/>
              </a:solidFill>
              <a:latin typeface="FZVARIABLE-LANTINGHEIK MEDIUM" panose="02000600000000000000" pitchFamily="2" charset="-122"/>
              <a:ea typeface="FZVARIABLE-LANTINGHEIK MEDIUM" panose="02000600000000000000" pitchFamily="2" charset="-122"/>
            </a:endParaRPr>
          </a:p>
        </p:txBody>
      </p:sp>
      <p:grpSp>
        <p:nvGrpSpPr>
          <p:cNvPr id="149" name="组合 148">
            <a:extLst>
              <a:ext uri="{FF2B5EF4-FFF2-40B4-BE49-F238E27FC236}">
                <a16:creationId xmlns:a16="http://schemas.microsoft.com/office/drawing/2014/main" id="{0DDCA3E6-BCC7-3437-6E57-DD590C348656}"/>
              </a:ext>
            </a:extLst>
          </p:cNvPr>
          <p:cNvGrpSpPr/>
          <p:nvPr/>
        </p:nvGrpSpPr>
        <p:grpSpPr>
          <a:xfrm>
            <a:off x="4459648" y="6860501"/>
            <a:ext cx="5267723" cy="2452277"/>
            <a:chOff x="4915274" y="7165796"/>
            <a:chExt cx="4446455" cy="2069953"/>
          </a:xfrm>
        </p:grpSpPr>
        <mc:AlternateContent xmlns:mc="http://schemas.openxmlformats.org/markup-compatibility/2006">
          <mc:Choice xmlns:cx1="http://schemas.microsoft.com/office/drawing/2015/9/8/chartex" Requires="cx1">
            <p:graphicFrame>
              <p:nvGraphicFramePr>
                <p:cNvPr id="144" name="图表 143">
                  <a:extLst>
                    <a:ext uri="{FF2B5EF4-FFF2-40B4-BE49-F238E27FC236}">
                      <a16:creationId xmlns:a16="http://schemas.microsoft.com/office/drawing/2014/main" id="{F74C4CFA-E3AD-7927-B579-52E7BB241177}"/>
                    </a:ext>
                  </a:extLst>
                </p:cNvPr>
                <p:cNvGraphicFramePr/>
                <p:nvPr>
                  <p:extLst>
                    <p:ext uri="{D42A27DB-BD31-4B8C-83A1-F6EECF244321}">
                      <p14:modId xmlns:p14="http://schemas.microsoft.com/office/powerpoint/2010/main" val="3004157366"/>
                    </p:ext>
                  </p:extLst>
                </p:nvPr>
              </p:nvGraphicFramePr>
              <p:xfrm>
                <a:off x="4915274" y="7165796"/>
                <a:ext cx="4446455" cy="2069953"/>
              </p:xfrm>
              <a:graphic>
                <a:graphicData uri="http://schemas.microsoft.com/office/drawing/2014/chartex">
                  <cx:chart xmlns:cx="http://schemas.microsoft.com/office/drawing/2014/chartex" xmlns:r="http://schemas.openxmlformats.org/officeDocument/2006/relationships" r:id="rId43"/>
                </a:graphicData>
              </a:graphic>
            </p:graphicFrame>
          </mc:Choice>
          <mc:Fallback>
            <p:pic>
              <p:nvPicPr>
                <p:cNvPr id="144" name="图表 143">
                  <a:extLst>
                    <a:ext uri="{FF2B5EF4-FFF2-40B4-BE49-F238E27FC236}">
                      <a16:creationId xmlns:a16="http://schemas.microsoft.com/office/drawing/2014/main" id="{F74C4CFA-E3AD-7927-B579-52E7BB241177}"/>
                    </a:ext>
                  </a:extLst>
                </p:cNvPr>
                <p:cNvPicPr>
                  <a:picLocks noGrp="1" noRot="1" noChangeAspect="1" noMove="1" noResize="1" noEditPoints="1" noAdjustHandles="1" noChangeArrowheads="1" noChangeShapeType="1"/>
                </p:cNvPicPr>
                <p:nvPr/>
              </p:nvPicPr>
              <p:blipFill>
                <a:blip r:embed="rId44"/>
                <a:stretch>
                  <a:fillRect/>
                </a:stretch>
              </p:blipFill>
              <p:spPr>
                <a:xfrm>
                  <a:off x="4459648" y="6860501"/>
                  <a:ext cx="5267723" cy="2452277"/>
                </a:xfrm>
                <a:prstGeom prst="rect">
                  <a:avLst/>
                </a:prstGeom>
              </p:spPr>
            </p:pic>
          </mc:Fallback>
        </mc:AlternateContent>
        <p:sp>
          <p:nvSpPr>
            <p:cNvPr id="146" name="文本框 145">
              <a:extLst>
                <a:ext uri="{FF2B5EF4-FFF2-40B4-BE49-F238E27FC236}">
                  <a16:creationId xmlns:a16="http://schemas.microsoft.com/office/drawing/2014/main" id="{17E49375-0943-EA83-80E7-C60E515401A8}"/>
                </a:ext>
              </a:extLst>
            </p:cNvPr>
            <p:cNvSpPr txBox="1"/>
            <p:nvPr/>
          </p:nvSpPr>
          <p:spPr>
            <a:xfrm>
              <a:off x="6548429" y="7726470"/>
              <a:ext cx="784063" cy="181855"/>
            </a:xfrm>
            <a:prstGeom prst="rect">
              <a:avLst/>
            </a:prstGeom>
            <a:noFill/>
          </p:spPr>
          <p:txBody>
            <a:bodyPr wrap="square">
              <a:spAutoFit/>
            </a:bodyPr>
            <a:lstStyle/>
            <a:p>
              <a:r>
                <a:rPr kumimoji="1" lang="en-US" altLang="zh-CN" sz="800" dirty="0">
                  <a:solidFill>
                    <a:schemeClr val="tx1"/>
                  </a:solidFill>
                  <a:latin typeface="FZVARIABLE-LANTINGHEIK MEDIUM" panose="02000600000000000000" pitchFamily="2" charset="-122"/>
                  <a:ea typeface="FZVARIABLE-LANTINGHEIK MEDIUM" panose="02000600000000000000" pitchFamily="2" charset="-122"/>
                </a:rPr>
                <a:t>2.9</a:t>
              </a:r>
              <a:r>
                <a:rPr kumimoji="1" lang="zh-CN" altLang="en-US" sz="600" dirty="0">
                  <a:solidFill>
                    <a:schemeClr val="tx1"/>
                  </a:solidFill>
                  <a:latin typeface="FZVARIABLE-LANTINGHEIK MEDIUM" panose="02000600000000000000" pitchFamily="2" charset="-122"/>
                  <a:ea typeface="FZVARIABLE-LANTINGHEIK MEDIUM" panose="02000600000000000000" pitchFamily="2" charset="-122"/>
                </a:rPr>
                <a:t>次</a:t>
              </a:r>
              <a:endParaRPr lang="zh-CN" altLang="en-US" sz="800" dirty="0">
                <a:latin typeface="FZVARIABLE-LANTINGHEIK MEDIUM" panose="02000600000000000000" pitchFamily="2" charset="-122"/>
                <a:ea typeface="FZVARIABLE-LANTINGHEIK MEDIUM" panose="02000600000000000000" pitchFamily="2" charset="-122"/>
              </a:endParaRPr>
            </a:p>
          </p:txBody>
        </p:sp>
        <p:sp>
          <p:nvSpPr>
            <p:cNvPr id="147" name="文本框 146">
              <a:extLst>
                <a:ext uri="{FF2B5EF4-FFF2-40B4-BE49-F238E27FC236}">
                  <a16:creationId xmlns:a16="http://schemas.microsoft.com/office/drawing/2014/main" id="{043E1481-6B63-6379-93C6-A459169E72B1}"/>
                </a:ext>
              </a:extLst>
            </p:cNvPr>
            <p:cNvSpPr txBox="1"/>
            <p:nvPr/>
          </p:nvSpPr>
          <p:spPr>
            <a:xfrm>
              <a:off x="6704530" y="8569640"/>
              <a:ext cx="784063" cy="181855"/>
            </a:xfrm>
            <a:prstGeom prst="rect">
              <a:avLst/>
            </a:prstGeom>
            <a:noFill/>
          </p:spPr>
          <p:txBody>
            <a:bodyPr wrap="square">
              <a:spAutoFit/>
            </a:bodyPr>
            <a:lstStyle/>
            <a:p>
              <a:r>
                <a:rPr kumimoji="1" lang="en-US" altLang="zh-CN" sz="800" dirty="0">
                  <a:solidFill>
                    <a:schemeClr val="tx1"/>
                  </a:solidFill>
                  <a:latin typeface="FZVARIABLE-LANTINGHEIK MEDIUM" panose="02000600000000000000" pitchFamily="2" charset="-122"/>
                  <a:ea typeface="FZVARIABLE-LANTINGHEIK MEDIUM" panose="02000600000000000000" pitchFamily="2" charset="-122"/>
                </a:rPr>
                <a:t>3.0</a:t>
              </a:r>
              <a:r>
                <a:rPr kumimoji="1" lang="zh-CN" altLang="en-US" sz="600" dirty="0">
                  <a:solidFill>
                    <a:schemeClr val="tx1"/>
                  </a:solidFill>
                  <a:latin typeface="FZVARIABLE-LANTINGHEIK MEDIUM" panose="02000600000000000000" pitchFamily="2" charset="-122"/>
                  <a:ea typeface="FZVARIABLE-LANTINGHEIK MEDIUM" panose="02000600000000000000" pitchFamily="2" charset="-122"/>
                </a:rPr>
                <a:t>次</a:t>
              </a:r>
              <a:endParaRPr lang="zh-CN" altLang="en-US" sz="800" dirty="0">
                <a:latin typeface="FZVARIABLE-LANTINGHEIK MEDIUM" panose="02000600000000000000" pitchFamily="2" charset="-122"/>
                <a:ea typeface="FZVARIABLE-LANTINGHEIK MEDIUM" panose="02000600000000000000" pitchFamily="2" charset="-122"/>
              </a:endParaRPr>
            </a:p>
          </p:txBody>
        </p:sp>
        <p:sp>
          <p:nvSpPr>
            <p:cNvPr id="148" name="文本框 147">
              <a:extLst>
                <a:ext uri="{FF2B5EF4-FFF2-40B4-BE49-F238E27FC236}">
                  <a16:creationId xmlns:a16="http://schemas.microsoft.com/office/drawing/2014/main" id="{BFE1859D-4C2D-9A97-E826-53C71224D8E7}"/>
                </a:ext>
              </a:extLst>
            </p:cNvPr>
            <p:cNvSpPr txBox="1"/>
            <p:nvPr/>
          </p:nvSpPr>
          <p:spPr>
            <a:xfrm>
              <a:off x="7501006" y="8038749"/>
              <a:ext cx="784063" cy="181855"/>
            </a:xfrm>
            <a:prstGeom prst="rect">
              <a:avLst/>
            </a:prstGeom>
            <a:noFill/>
          </p:spPr>
          <p:txBody>
            <a:bodyPr wrap="square">
              <a:spAutoFit/>
            </a:bodyPr>
            <a:lstStyle/>
            <a:p>
              <a:r>
                <a:rPr kumimoji="1" lang="en-US" altLang="zh-CN" sz="800" dirty="0">
                  <a:solidFill>
                    <a:schemeClr val="tx1"/>
                  </a:solidFill>
                  <a:latin typeface="FZVARIABLE-LANTINGHEIK MEDIUM" panose="02000600000000000000" pitchFamily="2" charset="-122"/>
                  <a:ea typeface="FZVARIABLE-LANTINGHEIK MEDIUM" panose="02000600000000000000" pitchFamily="2" charset="-122"/>
                </a:rPr>
                <a:t>4.6</a:t>
              </a:r>
              <a:r>
                <a:rPr kumimoji="1" lang="zh-CN" altLang="en-US" sz="600" dirty="0">
                  <a:solidFill>
                    <a:schemeClr val="tx1"/>
                  </a:solidFill>
                  <a:latin typeface="FZVARIABLE-LANTINGHEIK MEDIUM" panose="02000600000000000000" pitchFamily="2" charset="-122"/>
                  <a:ea typeface="FZVARIABLE-LANTINGHEIK MEDIUM" panose="02000600000000000000" pitchFamily="2" charset="-122"/>
                </a:rPr>
                <a:t>次</a:t>
              </a:r>
              <a:endParaRPr lang="zh-CN" altLang="en-US" sz="800" dirty="0">
                <a:latin typeface="FZVARIABLE-LANTINGHEIK MEDIUM" panose="02000600000000000000" pitchFamily="2" charset="-122"/>
                <a:ea typeface="FZVARIABLE-LANTINGHEIK MEDIUM" panose="02000600000000000000" pitchFamily="2" charset="-122"/>
              </a:endParaRPr>
            </a:p>
          </p:txBody>
        </p:sp>
      </p:grpSp>
      <p:sp>
        <p:nvSpPr>
          <p:cNvPr id="228" name="圆角矩形 88">
            <a:extLst>
              <a:ext uri="{FF2B5EF4-FFF2-40B4-BE49-F238E27FC236}">
                <a16:creationId xmlns:a16="http://schemas.microsoft.com/office/drawing/2014/main" id="{CA72FDC9-D9DE-1CC5-801D-C9FFACA4C49B}"/>
              </a:ext>
            </a:extLst>
          </p:cNvPr>
          <p:cNvSpPr/>
          <p:nvPr>
            <p:custDataLst>
              <p:tags r:id="rId25"/>
            </p:custDataLst>
          </p:nvPr>
        </p:nvSpPr>
        <p:spPr>
          <a:xfrm>
            <a:off x="10661650" y="9236075"/>
            <a:ext cx="7755007" cy="821701"/>
          </a:xfrm>
          <a:prstGeom prst="roundRect">
            <a:avLst>
              <a:gd name="adj" fmla="val 5901"/>
            </a:avLst>
          </a:prstGeom>
          <a:solidFill>
            <a:srgbClr val="DFF1DF">
              <a:alpha val="7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b="1" kern="1200" dirty="0">
              <a:solidFill>
                <a:schemeClr val="tx1"/>
              </a:solidFill>
              <a:latin typeface="FZVariable-LanTingHeiK Bold" panose="02000600000000000000" pitchFamily="2" charset="-122"/>
              <a:ea typeface="阿里巴巴普惠体 3.0 105 Heavy" panose="00020600040101010101"/>
            </a:endParaRPr>
          </a:p>
        </p:txBody>
      </p:sp>
      <p:sp>
        <p:nvSpPr>
          <p:cNvPr id="229" name="文本框 228">
            <a:extLst>
              <a:ext uri="{FF2B5EF4-FFF2-40B4-BE49-F238E27FC236}">
                <a16:creationId xmlns:a16="http://schemas.microsoft.com/office/drawing/2014/main" id="{75D01FFD-FC72-FA6E-F70B-852F0A612D69}"/>
              </a:ext>
            </a:extLst>
          </p:cNvPr>
          <p:cNvSpPr txBox="1"/>
          <p:nvPr>
            <p:custDataLst>
              <p:tags r:id="rId26"/>
            </p:custDataLst>
          </p:nvPr>
        </p:nvSpPr>
        <p:spPr>
          <a:xfrm>
            <a:off x="11576050" y="9242424"/>
            <a:ext cx="6491548" cy="1154675"/>
          </a:xfrm>
          <a:prstGeom prst="rect">
            <a:avLst/>
          </a:prstGeom>
          <a:noFill/>
        </p:spPr>
        <p:txBody>
          <a:bodyPr wrap="square">
            <a:spAutoFit/>
          </a:bodyPr>
          <a:lstStyle/>
          <a:p>
            <a:pPr marL="285750" indent="-285750" algn="ctr" rtl="0" eaLnBrk="0" fontAlgn="base" hangingPunct="0">
              <a:lnSpc>
                <a:spcPct val="150000"/>
              </a:lnSpc>
              <a:spcBef>
                <a:spcPct val="0"/>
              </a:spcBef>
              <a:spcAft>
                <a:spcPct val="0"/>
              </a:spcAft>
              <a:buClr>
                <a:srgbClr val="20DA70"/>
              </a:buClr>
              <a:buFont typeface="Wingdings" pitchFamily="2" charset="2"/>
              <a:buChar char="ü"/>
            </a:pPr>
            <a:r>
              <a:rPr lang="zh-CN" altLang="en-US" sz="1600" dirty="0">
                <a:solidFill>
                  <a:schemeClr val="tx1"/>
                </a:solidFill>
                <a:latin typeface="FZVARIABLE-LANTINGHEIK MEDIUM" panose="02000600000000000000" pitchFamily="2" charset="-122"/>
                <a:ea typeface="FZVARIABLE-LANTINGHEIK MEDIUM" panose="02000600000000000000" pitchFamily="2" charset="-122"/>
              </a:rPr>
              <a:t>「场景→竞品→本品」 用户搜索目的逐渐聚焦</a:t>
            </a:r>
            <a:endParaRPr lang="en-US" altLang="zh-CN" sz="1600" dirty="0">
              <a:solidFill>
                <a:schemeClr val="tx1"/>
              </a:solidFill>
              <a:latin typeface="FZVARIABLE-LANTINGHEIK MEDIUM" panose="02000600000000000000" pitchFamily="2" charset="-122"/>
              <a:ea typeface="FZVARIABLE-LANTINGHEIK MEDIUM" panose="02000600000000000000" pitchFamily="2" charset="-122"/>
            </a:endParaRPr>
          </a:p>
          <a:p>
            <a:pPr marL="285750" indent="-285750" algn="ctr" rtl="0" eaLnBrk="0" fontAlgn="base" hangingPunct="0">
              <a:lnSpc>
                <a:spcPct val="150000"/>
              </a:lnSpc>
              <a:spcBef>
                <a:spcPct val="0"/>
              </a:spcBef>
              <a:spcAft>
                <a:spcPct val="0"/>
              </a:spcAft>
              <a:buClr>
                <a:srgbClr val="20DA70"/>
              </a:buClr>
              <a:buFont typeface="Wingdings" pitchFamily="2" charset="2"/>
              <a:buChar char="ü"/>
            </a:pPr>
            <a:r>
              <a:rPr lang="zh-CN" altLang="en-US" sz="1600" dirty="0">
                <a:solidFill>
                  <a:schemeClr val="tx1"/>
                </a:solidFill>
                <a:latin typeface="FZVARIABLE-LANTINGHEIK MEDIUM" panose="02000600000000000000" pitchFamily="2" charset="-122"/>
                <a:ea typeface="FZVARIABLE-LANTINGHEIK MEDIUM" panose="02000600000000000000" pitchFamily="2" charset="-122"/>
              </a:rPr>
              <a:t>越接近成交，用户对于本品的搜索行为越精细</a:t>
            </a:r>
          </a:p>
          <a:p>
            <a:pPr marR="0" lvl="0" algn="ctr" defTabSz="914400" rtl="0" eaLnBrk="0" fontAlgn="base" latinLnBrk="0" hangingPunct="0">
              <a:lnSpc>
                <a:spcPct val="150000"/>
              </a:lnSpc>
              <a:spcBef>
                <a:spcPct val="0"/>
              </a:spcBef>
              <a:spcAft>
                <a:spcPct val="0"/>
              </a:spcAft>
              <a:buClr>
                <a:srgbClr val="20DA70"/>
              </a:buClr>
              <a:buSzTx/>
              <a:tabLst/>
            </a:pPr>
            <a:endParaRPr lang="zh-CN" altLang="en-US" sz="1600" b="1" dirty="0">
              <a:solidFill>
                <a:schemeClr val="tx1"/>
              </a:solidFill>
              <a:latin typeface="Arial" panose="020B0604020202020204" pitchFamily="34" charset="0"/>
            </a:endParaRPr>
          </a:p>
        </p:txBody>
      </p:sp>
      <p:sp>
        <p:nvSpPr>
          <p:cNvPr id="235" name="Rectangle 5">
            <a:extLst>
              <a:ext uri="{FF2B5EF4-FFF2-40B4-BE49-F238E27FC236}">
                <a16:creationId xmlns:a16="http://schemas.microsoft.com/office/drawing/2014/main" id="{6854D61F-F400-6F20-2987-78C6523E8EBC}"/>
              </a:ext>
            </a:extLst>
          </p:cNvPr>
          <p:cNvSpPr>
            <a:spLocks noChangeArrowheads="1"/>
          </p:cNvSpPr>
          <p:nvPr>
            <p:custDataLst>
              <p:tags r:id="rId27"/>
            </p:custDataLst>
          </p:nvPr>
        </p:nvSpPr>
        <p:spPr bwMode="auto">
          <a:xfrm>
            <a:off x="15817354" y="5859768"/>
            <a:ext cx="24640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「留资</a:t>
            </a:r>
            <a:r>
              <a:rPr lang="en-US" altLang="zh-CN" sz="1000" dirty="0">
                <a:solidFill>
                  <a:srgbClr val="060607"/>
                </a:solidFill>
                <a:latin typeface="FZVariable-LanTingHeiK Normal" panose="02000600000000000000" pitchFamily="2" charset="-122"/>
                <a:ea typeface="FZVariable-LanTingHeiK Normal" panose="02000600000000000000" pitchFamily="2" charset="-122"/>
              </a:rPr>
              <a:t>-</a:t>
            </a: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试驾」</a:t>
            </a:r>
            <a:endParaRPr lang="en-US" altLang="zh-CN" sz="10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阶段</a:t>
            </a:r>
            <a:endParaRPr lang="en-US" altLang="zh-CN" sz="1000" dirty="0">
              <a:solidFill>
                <a:srgbClr val="060607"/>
              </a:solidFill>
              <a:latin typeface="FZVariable-LanTingHeiK Normal" panose="02000600000000000000" pitchFamily="2" charset="-122"/>
              <a:ea typeface="FZVariable-LanTingHeiK Normal" panose="02000600000000000000" pitchFamily="2" charset="-122"/>
            </a:endParaRPr>
          </a:p>
        </p:txBody>
      </p:sp>
      <p:sp>
        <p:nvSpPr>
          <p:cNvPr id="236" name="文本框 235">
            <a:extLst>
              <a:ext uri="{FF2B5EF4-FFF2-40B4-BE49-F238E27FC236}">
                <a16:creationId xmlns:a16="http://schemas.microsoft.com/office/drawing/2014/main" id="{F985DA56-1DE9-0405-19EB-3728B8AA0B22}"/>
              </a:ext>
            </a:extLst>
          </p:cNvPr>
          <p:cNvSpPr txBox="1"/>
          <p:nvPr>
            <p:custDataLst>
              <p:tags r:id="rId28"/>
            </p:custDataLst>
          </p:nvPr>
        </p:nvSpPr>
        <p:spPr>
          <a:xfrm>
            <a:off x="15906389" y="5273675"/>
            <a:ext cx="2159381" cy="584775"/>
          </a:xfrm>
          <a:prstGeom prst="rect">
            <a:avLst/>
          </a:prstGeom>
          <a:noFill/>
        </p:spPr>
        <p:txBody>
          <a:bodyPr wrap="square">
            <a:spAutoFit/>
          </a:bodyPr>
          <a:lstStyle/>
          <a:p>
            <a:pPr algn="ctr"/>
            <a:r>
              <a:rPr lang="en-US" altLang="zh-CN" sz="3200" dirty="0">
                <a:solidFill>
                  <a:schemeClr val="tx1"/>
                </a:solidFill>
                <a:latin typeface="FZVariable-LanTingHeiK DemiBold" panose="02000600000000000000" pitchFamily="2" charset="-122"/>
                <a:ea typeface="FZVariable-LanTingHeiK DemiBold" panose="02000600000000000000" pitchFamily="2" charset="-122"/>
              </a:rPr>
              <a:t>46</a:t>
            </a:r>
            <a:r>
              <a:rPr lang="en-US" altLang="zh-CN" dirty="0">
                <a:solidFill>
                  <a:schemeClr val="tx1"/>
                </a:solidFill>
                <a:latin typeface="FZVariable-LanTingHeiK DemiBold" panose="02000600000000000000" pitchFamily="2" charset="-122"/>
                <a:ea typeface="FZVariable-LanTingHeiK DemiBold" panose="02000600000000000000" pitchFamily="2" charset="-122"/>
              </a:rPr>
              <a:t>%</a:t>
            </a:r>
            <a:endParaRPr lang="zh-CN" altLang="en-US" dirty="0">
              <a:solidFill>
                <a:schemeClr val="tx1"/>
              </a:solidFill>
              <a:latin typeface="FZVariable-LanTingHeiK DemiBold" panose="02000600000000000000" pitchFamily="2" charset="-122"/>
              <a:ea typeface="FZVariable-LanTingHeiK DemiBold" panose="02000600000000000000" pitchFamily="2" charset="-122"/>
            </a:endParaRPr>
          </a:p>
        </p:txBody>
      </p:sp>
      <p:sp>
        <p:nvSpPr>
          <p:cNvPr id="237" name="Rectangle 5">
            <a:extLst>
              <a:ext uri="{FF2B5EF4-FFF2-40B4-BE49-F238E27FC236}">
                <a16:creationId xmlns:a16="http://schemas.microsoft.com/office/drawing/2014/main" id="{F09F4F00-F1AB-3350-71A7-11BF72BE9084}"/>
              </a:ext>
            </a:extLst>
          </p:cNvPr>
          <p:cNvSpPr>
            <a:spLocks noChangeArrowheads="1"/>
          </p:cNvSpPr>
          <p:nvPr>
            <p:custDataLst>
              <p:tags r:id="rId29"/>
            </p:custDataLst>
          </p:nvPr>
        </p:nvSpPr>
        <p:spPr bwMode="auto">
          <a:xfrm>
            <a:off x="17156257" y="5859768"/>
            <a:ext cx="23783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「试驾</a:t>
            </a:r>
            <a:r>
              <a:rPr lang="en-US" altLang="zh-CN" sz="1000" dirty="0">
                <a:solidFill>
                  <a:srgbClr val="060607"/>
                </a:solidFill>
                <a:latin typeface="FZVariable-LanTingHeiK Normal" panose="02000600000000000000" pitchFamily="2" charset="-122"/>
                <a:ea typeface="FZVariable-LanTingHeiK Normal" panose="02000600000000000000" pitchFamily="2" charset="-122"/>
              </a:rPr>
              <a:t>-</a:t>
            </a: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成交」</a:t>
            </a:r>
            <a:endParaRPr lang="en-US" altLang="zh-CN" sz="10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阶段</a:t>
            </a:r>
          </a:p>
        </p:txBody>
      </p:sp>
      <p:sp>
        <p:nvSpPr>
          <p:cNvPr id="239" name="文本框 238">
            <a:extLst>
              <a:ext uri="{FF2B5EF4-FFF2-40B4-BE49-F238E27FC236}">
                <a16:creationId xmlns:a16="http://schemas.microsoft.com/office/drawing/2014/main" id="{9077949B-5066-C093-1041-37EABD9EF054}"/>
              </a:ext>
            </a:extLst>
          </p:cNvPr>
          <p:cNvSpPr txBox="1"/>
          <p:nvPr>
            <p:custDataLst>
              <p:tags r:id="rId30"/>
            </p:custDataLst>
          </p:nvPr>
        </p:nvSpPr>
        <p:spPr>
          <a:xfrm>
            <a:off x="17279134" y="5273675"/>
            <a:ext cx="2159381" cy="584775"/>
          </a:xfrm>
          <a:prstGeom prst="rect">
            <a:avLst/>
          </a:prstGeom>
          <a:noFill/>
        </p:spPr>
        <p:txBody>
          <a:bodyPr wrap="square">
            <a:spAutoFit/>
          </a:bodyPr>
          <a:lstStyle/>
          <a:p>
            <a:pPr algn="ctr"/>
            <a:r>
              <a:rPr lang="en-US" altLang="zh-CN" sz="3200" dirty="0">
                <a:solidFill>
                  <a:schemeClr val="tx1"/>
                </a:solidFill>
                <a:latin typeface="FZVariable-LanTingHeiK DemiBold" panose="02000600000000000000" pitchFamily="2" charset="-122"/>
                <a:ea typeface="FZVariable-LanTingHeiK DemiBold" panose="02000600000000000000" pitchFamily="2" charset="-122"/>
              </a:rPr>
              <a:t>28</a:t>
            </a:r>
            <a:r>
              <a:rPr lang="en-US" altLang="zh-CN" dirty="0">
                <a:solidFill>
                  <a:schemeClr val="tx1"/>
                </a:solidFill>
                <a:latin typeface="FZVariable-LanTingHeiK DemiBold" panose="02000600000000000000" pitchFamily="2" charset="-122"/>
                <a:ea typeface="FZVariable-LanTingHeiK DemiBold" panose="02000600000000000000" pitchFamily="2" charset="-122"/>
              </a:rPr>
              <a:t>%</a:t>
            </a:r>
            <a:endParaRPr lang="zh-CN" altLang="en-US" dirty="0">
              <a:solidFill>
                <a:schemeClr val="tx1"/>
              </a:solidFill>
              <a:latin typeface="FZVariable-LanTingHeiK DemiBold" panose="02000600000000000000" pitchFamily="2" charset="-122"/>
              <a:ea typeface="FZVariable-LanTingHeiK DemiBold" panose="02000600000000000000" pitchFamily="2" charset="-122"/>
            </a:endParaRPr>
          </a:p>
        </p:txBody>
      </p:sp>
      <p:sp>
        <p:nvSpPr>
          <p:cNvPr id="240" name="Rectangle 5">
            <a:extLst>
              <a:ext uri="{FF2B5EF4-FFF2-40B4-BE49-F238E27FC236}">
                <a16:creationId xmlns:a16="http://schemas.microsoft.com/office/drawing/2014/main" id="{9A2E698C-7BEB-70AC-60D0-2990EACC3C28}"/>
              </a:ext>
            </a:extLst>
          </p:cNvPr>
          <p:cNvSpPr>
            <a:spLocks noChangeArrowheads="1"/>
          </p:cNvSpPr>
          <p:nvPr>
            <p:custDataLst>
              <p:tags r:id="rId31"/>
            </p:custDataLst>
          </p:nvPr>
        </p:nvSpPr>
        <p:spPr bwMode="auto">
          <a:xfrm>
            <a:off x="15767050" y="7688568"/>
            <a:ext cx="24640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「留资</a:t>
            </a:r>
            <a:r>
              <a:rPr lang="en-US" altLang="zh-CN" sz="1000" dirty="0">
                <a:solidFill>
                  <a:srgbClr val="060607"/>
                </a:solidFill>
                <a:latin typeface="FZVariable-LanTingHeiK Normal" panose="02000600000000000000" pitchFamily="2" charset="-122"/>
                <a:ea typeface="FZVariable-LanTingHeiK Normal" panose="02000600000000000000" pitchFamily="2" charset="-122"/>
              </a:rPr>
              <a:t>-</a:t>
            </a: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试驾」</a:t>
            </a:r>
            <a:endParaRPr lang="en-US" altLang="zh-CN" sz="10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阶段</a:t>
            </a:r>
            <a:endParaRPr lang="en-US" altLang="zh-CN" sz="1000" dirty="0">
              <a:solidFill>
                <a:srgbClr val="060607"/>
              </a:solidFill>
              <a:latin typeface="FZVariable-LanTingHeiK Normal" panose="02000600000000000000" pitchFamily="2" charset="-122"/>
              <a:ea typeface="FZVariable-LanTingHeiK Normal" panose="02000600000000000000" pitchFamily="2" charset="-122"/>
            </a:endParaRPr>
          </a:p>
        </p:txBody>
      </p:sp>
      <p:sp>
        <p:nvSpPr>
          <p:cNvPr id="241" name="文本框 240">
            <a:extLst>
              <a:ext uri="{FF2B5EF4-FFF2-40B4-BE49-F238E27FC236}">
                <a16:creationId xmlns:a16="http://schemas.microsoft.com/office/drawing/2014/main" id="{AAE83E06-0608-B1E1-C4B3-39D52EAA2891}"/>
              </a:ext>
            </a:extLst>
          </p:cNvPr>
          <p:cNvSpPr txBox="1"/>
          <p:nvPr>
            <p:custDataLst>
              <p:tags r:id="rId32"/>
            </p:custDataLst>
          </p:nvPr>
        </p:nvSpPr>
        <p:spPr>
          <a:xfrm>
            <a:off x="15906389" y="7112375"/>
            <a:ext cx="2159381" cy="584775"/>
          </a:xfrm>
          <a:prstGeom prst="rect">
            <a:avLst/>
          </a:prstGeom>
          <a:noFill/>
        </p:spPr>
        <p:txBody>
          <a:bodyPr wrap="square">
            <a:spAutoFit/>
          </a:bodyPr>
          <a:lstStyle/>
          <a:p>
            <a:pPr algn="ctr"/>
            <a:r>
              <a:rPr lang="en-US" altLang="zh-CN" sz="3200" dirty="0">
                <a:solidFill>
                  <a:schemeClr val="tx1"/>
                </a:solidFill>
                <a:latin typeface="FZVariable-LanTingHeiK DemiBold" panose="02000600000000000000" pitchFamily="2" charset="-122"/>
                <a:ea typeface="FZVariable-LanTingHeiK DemiBold" panose="02000600000000000000" pitchFamily="2" charset="-122"/>
              </a:rPr>
              <a:t>12</a:t>
            </a:r>
            <a:r>
              <a:rPr lang="en-US" altLang="zh-CN" dirty="0">
                <a:solidFill>
                  <a:schemeClr val="tx1"/>
                </a:solidFill>
                <a:latin typeface="FZVariable-LanTingHeiK DemiBold" panose="02000600000000000000" pitchFamily="2" charset="-122"/>
                <a:ea typeface="FZVariable-LanTingHeiK DemiBold" panose="02000600000000000000" pitchFamily="2" charset="-122"/>
              </a:rPr>
              <a:t>%</a:t>
            </a:r>
            <a:endParaRPr lang="zh-CN" altLang="en-US" dirty="0">
              <a:solidFill>
                <a:schemeClr val="tx1"/>
              </a:solidFill>
              <a:latin typeface="FZVariable-LanTingHeiK DemiBold" panose="02000600000000000000" pitchFamily="2" charset="-122"/>
              <a:ea typeface="FZVariable-LanTingHeiK DemiBold" panose="02000600000000000000" pitchFamily="2" charset="-122"/>
            </a:endParaRPr>
          </a:p>
        </p:txBody>
      </p:sp>
      <p:sp>
        <p:nvSpPr>
          <p:cNvPr id="242" name="Rectangle 5">
            <a:extLst>
              <a:ext uri="{FF2B5EF4-FFF2-40B4-BE49-F238E27FC236}">
                <a16:creationId xmlns:a16="http://schemas.microsoft.com/office/drawing/2014/main" id="{CFDD7A66-20D9-F96E-4230-D8510E4FB209}"/>
              </a:ext>
            </a:extLst>
          </p:cNvPr>
          <p:cNvSpPr>
            <a:spLocks noChangeArrowheads="1"/>
          </p:cNvSpPr>
          <p:nvPr>
            <p:custDataLst>
              <p:tags r:id="rId33"/>
            </p:custDataLst>
          </p:nvPr>
        </p:nvSpPr>
        <p:spPr bwMode="auto">
          <a:xfrm>
            <a:off x="17105953" y="7688568"/>
            <a:ext cx="23783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「试驾</a:t>
            </a:r>
            <a:r>
              <a:rPr lang="en-US" altLang="zh-CN" sz="1000" dirty="0">
                <a:solidFill>
                  <a:srgbClr val="060607"/>
                </a:solidFill>
                <a:latin typeface="FZVariable-LanTingHeiK Normal" panose="02000600000000000000" pitchFamily="2" charset="-122"/>
                <a:ea typeface="FZVariable-LanTingHeiK Normal" panose="02000600000000000000" pitchFamily="2" charset="-122"/>
              </a:rPr>
              <a:t>-</a:t>
            </a: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成交」</a:t>
            </a:r>
            <a:endParaRPr lang="en-US" altLang="zh-CN" sz="1000" dirty="0">
              <a:solidFill>
                <a:srgbClr val="060607"/>
              </a:solidFill>
              <a:latin typeface="FZVariable-LanTingHeiK Normal" panose="02000600000000000000" pitchFamily="2" charset="-122"/>
              <a:ea typeface="FZVariable-LanTingHeiK Normal" panose="02000600000000000000" pitchFamily="2" charset="-122"/>
            </a:endParaRPr>
          </a:p>
          <a:p>
            <a:pPr algn="ctr" rtl="0" eaLnBrk="0" fontAlgn="base" hangingPunct="0">
              <a:spcBef>
                <a:spcPct val="0"/>
              </a:spcBef>
              <a:spcAft>
                <a:spcPct val="0"/>
              </a:spcAft>
              <a:buClr>
                <a:srgbClr val="20DA70"/>
              </a:buClr>
            </a:pPr>
            <a:r>
              <a:rPr lang="zh-CN" altLang="en-US" sz="1000" dirty="0">
                <a:solidFill>
                  <a:srgbClr val="060607"/>
                </a:solidFill>
                <a:latin typeface="FZVariable-LanTingHeiK Normal" panose="02000600000000000000" pitchFamily="2" charset="-122"/>
                <a:ea typeface="FZVariable-LanTingHeiK Normal" panose="02000600000000000000" pitchFamily="2" charset="-122"/>
              </a:rPr>
              <a:t>阶段</a:t>
            </a:r>
          </a:p>
        </p:txBody>
      </p:sp>
      <p:sp>
        <p:nvSpPr>
          <p:cNvPr id="243" name="文本框 242">
            <a:extLst>
              <a:ext uri="{FF2B5EF4-FFF2-40B4-BE49-F238E27FC236}">
                <a16:creationId xmlns:a16="http://schemas.microsoft.com/office/drawing/2014/main" id="{F97DD93B-7F10-DB8B-F39B-CE479358B71F}"/>
              </a:ext>
            </a:extLst>
          </p:cNvPr>
          <p:cNvSpPr txBox="1"/>
          <p:nvPr>
            <p:custDataLst>
              <p:tags r:id="rId34"/>
            </p:custDataLst>
          </p:nvPr>
        </p:nvSpPr>
        <p:spPr>
          <a:xfrm>
            <a:off x="17279134" y="7112375"/>
            <a:ext cx="2159381" cy="584775"/>
          </a:xfrm>
          <a:prstGeom prst="rect">
            <a:avLst/>
          </a:prstGeom>
          <a:noFill/>
        </p:spPr>
        <p:txBody>
          <a:bodyPr wrap="square">
            <a:spAutoFit/>
          </a:bodyPr>
          <a:lstStyle/>
          <a:p>
            <a:pPr algn="ctr"/>
            <a:r>
              <a:rPr lang="en-US" altLang="zh-CN" sz="3200" dirty="0">
                <a:solidFill>
                  <a:schemeClr val="tx1"/>
                </a:solidFill>
                <a:latin typeface="FZVariable-LanTingHeiK DemiBold" panose="02000600000000000000" pitchFamily="2" charset="-122"/>
                <a:ea typeface="FZVariable-LanTingHeiK DemiBold" panose="02000600000000000000" pitchFamily="2" charset="-122"/>
              </a:rPr>
              <a:t>27</a:t>
            </a:r>
            <a:r>
              <a:rPr lang="en-US" altLang="zh-CN" dirty="0">
                <a:solidFill>
                  <a:schemeClr val="tx1"/>
                </a:solidFill>
                <a:latin typeface="FZVariable-LanTingHeiK DemiBold" panose="02000600000000000000" pitchFamily="2" charset="-122"/>
                <a:ea typeface="FZVariable-LanTingHeiK DemiBold" panose="02000600000000000000" pitchFamily="2" charset="-122"/>
              </a:rPr>
              <a:t>%</a:t>
            </a:r>
            <a:endParaRPr lang="zh-CN" altLang="en-US" dirty="0">
              <a:solidFill>
                <a:schemeClr val="tx1"/>
              </a:solidFill>
              <a:latin typeface="FZVariable-LanTingHeiK DemiBold" panose="02000600000000000000" pitchFamily="2" charset="-122"/>
              <a:ea typeface="FZVariable-LanTingHeiK DemiBold" panose="02000600000000000000" pitchFamily="2" charset="-122"/>
            </a:endParaRPr>
          </a:p>
        </p:txBody>
      </p:sp>
      <p:sp>
        <p:nvSpPr>
          <p:cNvPr id="244" name="curve-down-left-arrow_20856">
            <a:extLst>
              <a:ext uri="{FF2B5EF4-FFF2-40B4-BE49-F238E27FC236}">
                <a16:creationId xmlns:a16="http://schemas.microsoft.com/office/drawing/2014/main" id="{F71A6BD6-99F4-6B92-3D6F-957D00C7B921}"/>
              </a:ext>
            </a:extLst>
          </p:cNvPr>
          <p:cNvSpPr/>
          <p:nvPr>
            <p:custDataLst>
              <p:tags r:id="rId35"/>
            </p:custDataLst>
          </p:nvPr>
        </p:nvSpPr>
        <p:spPr>
          <a:xfrm rot="13678290" flipH="1" flipV="1">
            <a:off x="17456726" y="7291863"/>
            <a:ext cx="403040" cy="333872"/>
          </a:xfrm>
          <a:custGeom>
            <a:avLst/>
            <a:gdLst>
              <a:gd name="T0" fmla="*/ 1363 w 1738"/>
              <a:gd name="T1" fmla="*/ 606 h 2069"/>
              <a:gd name="T2" fmla="*/ 1738 w 1738"/>
              <a:gd name="T3" fmla="*/ 606 h 2069"/>
              <a:gd name="T4" fmla="*/ 1133 w 1738"/>
              <a:gd name="T5" fmla="*/ 0 h 2069"/>
              <a:gd name="T6" fmla="*/ 527 w 1738"/>
              <a:gd name="T7" fmla="*/ 606 h 2069"/>
              <a:gd name="T8" fmla="*/ 907 w 1738"/>
              <a:gd name="T9" fmla="*/ 606 h 2069"/>
              <a:gd name="T10" fmla="*/ 0 w 1738"/>
              <a:gd name="T11" fmla="*/ 2036 h 2069"/>
              <a:gd name="T12" fmla="*/ 228 w 1738"/>
              <a:gd name="T13" fmla="*/ 2069 h 2069"/>
              <a:gd name="T14" fmla="*/ 1363 w 1738"/>
              <a:gd name="T15" fmla="*/ 606 h 20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8" h="2069">
                <a:moveTo>
                  <a:pt x="1363" y="606"/>
                </a:moveTo>
                <a:lnTo>
                  <a:pt x="1738" y="606"/>
                </a:lnTo>
                <a:lnTo>
                  <a:pt x="1133" y="0"/>
                </a:lnTo>
                <a:lnTo>
                  <a:pt x="527" y="606"/>
                </a:lnTo>
                <a:lnTo>
                  <a:pt x="907" y="606"/>
                </a:lnTo>
                <a:cubicBezTo>
                  <a:pt x="854" y="1319"/>
                  <a:pt x="482" y="1896"/>
                  <a:pt x="0" y="2036"/>
                </a:cubicBezTo>
                <a:cubicBezTo>
                  <a:pt x="74" y="2057"/>
                  <a:pt x="150" y="2069"/>
                  <a:pt x="228" y="2069"/>
                </a:cubicBezTo>
                <a:cubicBezTo>
                  <a:pt x="816" y="2069"/>
                  <a:pt x="1301" y="1428"/>
                  <a:pt x="1363" y="606"/>
                </a:cubicBezTo>
                <a:close/>
              </a:path>
            </a:pathLst>
          </a:custGeom>
          <a:gradFill flip="none" rotWithShape="1">
            <a:gsLst>
              <a:gs pos="0">
                <a:srgbClr val="2DDB77"/>
              </a:gs>
              <a:gs pos="100000">
                <a:schemeClr val="accent2">
                  <a:lumMod val="0"/>
                  <a:lumOff val="100000"/>
                  <a:alpha val="0"/>
                </a:schemeClr>
              </a:gs>
              <a:gs pos="62000">
                <a:srgbClr val="2DDB77"/>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5" name="curve-down-left-arrow_20856">
            <a:extLst>
              <a:ext uri="{FF2B5EF4-FFF2-40B4-BE49-F238E27FC236}">
                <a16:creationId xmlns:a16="http://schemas.microsoft.com/office/drawing/2014/main" id="{8F5BAC9C-56D3-787E-9380-7B8F75D4585F}"/>
              </a:ext>
            </a:extLst>
          </p:cNvPr>
          <p:cNvSpPr/>
          <p:nvPr>
            <p:custDataLst>
              <p:tags r:id="rId36"/>
            </p:custDataLst>
          </p:nvPr>
        </p:nvSpPr>
        <p:spPr>
          <a:xfrm rot="8538301" flipH="1">
            <a:off x="17474388" y="5417518"/>
            <a:ext cx="367716" cy="365910"/>
          </a:xfrm>
          <a:custGeom>
            <a:avLst/>
            <a:gdLst>
              <a:gd name="T0" fmla="*/ 1363 w 1738"/>
              <a:gd name="T1" fmla="*/ 606 h 2069"/>
              <a:gd name="T2" fmla="*/ 1738 w 1738"/>
              <a:gd name="T3" fmla="*/ 606 h 2069"/>
              <a:gd name="T4" fmla="*/ 1133 w 1738"/>
              <a:gd name="T5" fmla="*/ 0 h 2069"/>
              <a:gd name="T6" fmla="*/ 527 w 1738"/>
              <a:gd name="T7" fmla="*/ 606 h 2069"/>
              <a:gd name="T8" fmla="*/ 907 w 1738"/>
              <a:gd name="T9" fmla="*/ 606 h 2069"/>
              <a:gd name="T10" fmla="*/ 0 w 1738"/>
              <a:gd name="T11" fmla="*/ 2036 h 2069"/>
              <a:gd name="T12" fmla="*/ 228 w 1738"/>
              <a:gd name="T13" fmla="*/ 2069 h 2069"/>
              <a:gd name="T14" fmla="*/ 1363 w 1738"/>
              <a:gd name="T15" fmla="*/ 606 h 20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8" h="2069">
                <a:moveTo>
                  <a:pt x="1363" y="606"/>
                </a:moveTo>
                <a:lnTo>
                  <a:pt x="1738" y="606"/>
                </a:lnTo>
                <a:lnTo>
                  <a:pt x="1133" y="0"/>
                </a:lnTo>
                <a:lnTo>
                  <a:pt x="527" y="606"/>
                </a:lnTo>
                <a:lnTo>
                  <a:pt x="907" y="606"/>
                </a:lnTo>
                <a:cubicBezTo>
                  <a:pt x="854" y="1319"/>
                  <a:pt x="482" y="1896"/>
                  <a:pt x="0" y="2036"/>
                </a:cubicBezTo>
                <a:cubicBezTo>
                  <a:pt x="74" y="2057"/>
                  <a:pt x="150" y="2069"/>
                  <a:pt x="228" y="2069"/>
                </a:cubicBezTo>
                <a:cubicBezTo>
                  <a:pt x="816" y="2069"/>
                  <a:pt x="1301" y="1428"/>
                  <a:pt x="1363" y="606"/>
                </a:cubicBezTo>
                <a:close/>
              </a:path>
            </a:pathLst>
          </a:custGeom>
          <a:gradFill flip="none" rotWithShape="1">
            <a:gsLst>
              <a:gs pos="0">
                <a:srgbClr val="2DDB77"/>
              </a:gs>
              <a:gs pos="100000">
                <a:schemeClr val="accent2">
                  <a:lumMod val="0"/>
                  <a:lumOff val="100000"/>
                  <a:alpha val="0"/>
                </a:schemeClr>
              </a:gs>
              <a:gs pos="62000">
                <a:srgbClr val="2DDB77"/>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287" name="组合 286">
            <a:extLst>
              <a:ext uri="{FF2B5EF4-FFF2-40B4-BE49-F238E27FC236}">
                <a16:creationId xmlns:a16="http://schemas.microsoft.com/office/drawing/2014/main" id="{673FE171-CA8F-6BD8-0FE5-AC1D771CA27B}"/>
              </a:ext>
            </a:extLst>
          </p:cNvPr>
          <p:cNvGrpSpPr/>
          <p:nvPr/>
        </p:nvGrpSpPr>
        <p:grpSpPr>
          <a:xfrm>
            <a:off x="17214850" y="6264275"/>
            <a:ext cx="980598" cy="295787"/>
            <a:chOff x="17214850" y="6519360"/>
            <a:chExt cx="980598" cy="295787"/>
          </a:xfrm>
        </p:grpSpPr>
        <p:sp>
          <p:nvSpPr>
            <p:cNvPr id="282" name="文本框 281">
              <a:extLst>
                <a:ext uri="{FF2B5EF4-FFF2-40B4-BE49-F238E27FC236}">
                  <a16:creationId xmlns:a16="http://schemas.microsoft.com/office/drawing/2014/main" id="{F3C7D07E-ED82-7B6A-6CA5-C4A3AFF8D6A5}"/>
                </a:ext>
              </a:extLst>
            </p:cNvPr>
            <p:cNvSpPr txBox="1"/>
            <p:nvPr/>
          </p:nvSpPr>
          <p:spPr>
            <a:xfrm>
              <a:off x="17394519" y="6519360"/>
              <a:ext cx="607859" cy="295787"/>
            </a:xfrm>
            <a:prstGeom prst="rect">
              <a:avLst/>
            </a:prstGeom>
          </p:spPr>
          <p:txBody>
            <a:bodyPr wrap="none" rtlCol="0" anchor="ctr">
              <a:spAutoFit/>
            </a:bodyPr>
            <a:lstStyle>
              <a:defPPr>
                <a:defRPr lang="zh-CN"/>
              </a:defPPr>
              <a:lvl1pPr>
                <a:defRPr sz="900">
                  <a:solidFill>
                    <a:schemeClr val="bg1"/>
                  </a:solidFill>
                  <a:latin typeface="FZVariable-LanTingHeiK Normal" panose="02000600000000000000" pitchFamily="2" charset="-122"/>
                  <a:ea typeface="FZVariable-LanTingHeiK Normal" panose="02000600000000000000" pitchFamily="2" charset="-122"/>
                </a:defRPr>
              </a:lvl1pPr>
            </a:lstStyle>
            <a:p>
              <a:pPr algn="ctr">
                <a:lnSpc>
                  <a:spcPct val="130000"/>
                </a:lnSpc>
              </a:pPr>
              <a:r>
                <a:rPr lang="zh-CN" altLang="en-US" sz="1100" dirty="0">
                  <a:solidFill>
                    <a:schemeClr val="tx1"/>
                  </a:solidFill>
                  <a:latin typeface="FZVARIABLE-LANTINGHEIK MEDIUM" panose="02000600000000000000" pitchFamily="2" charset="-122"/>
                  <a:ea typeface="FZVARIABLE-LANTINGHEIK MEDIUM" panose="02000600000000000000" pitchFamily="2" charset="-122"/>
                </a:rPr>
                <a:t>车系词</a:t>
              </a:r>
            </a:p>
          </p:txBody>
        </p:sp>
        <p:sp>
          <p:nvSpPr>
            <p:cNvPr id="283" name="圆角矩形 282">
              <a:extLst>
                <a:ext uri="{FF2B5EF4-FFF2-40B4-BE49-F238E27FC236}">
                  <a16:creationId xmlns:a16="http://schemas.microsoft.com/office/drawing/2014/main" id="{1273A919-F81D-D993-DBFB-D3D0EE3C572C}"/>
                </a:ext>
              </a:extLst>
            </p:cNvPr>
            <p:cNvSpPr/>
            <p:nvPr/>
          </p:nvSpPr>
          <p:spPr>
            <a:xfrm>
              <a:off x="17214850" y="6561621"/>
              <a:ext cx="980598" cy="227454"/>
            </a:xfrm>
            <a:prstGeom prst="roundRect">
              <a:avLst>
                <a:gd name="adj" fmla="val 50000"/>
              </a:avLst>
            </a:prstGeom>
            <a:noFill/>
            <a:ln w="6350" cap="flat">
              <a:gradFill>
                <a:gsLst>
                  <a:gs pos="0">
                    <a:srgbClr val="02BF5A"/>
                  </a:gs>
                  <a:gs pos="50000">
                    <a:srgbClr val="02BF5A">
                      <a:alpha val="0"/>
                    </a:srgbClr>
                  </a:gs>
                  <a:gs pos="100000">
                    <a:srgbClr val="02BF5A"/>
                  </a:gs>
                </a:gsLst>
                <a:lin ang="0" scaled="0"/>
              </a:gra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378" tIns="16378" rIns="16378" bIns="16378" numCol="1" spcCol="38100" rtlCol="0" anchor="ctr">
              <a:spAutoFit/>
            </a:bodyPr>
            <a:lstStyle/>
            <a:p>
              <a:endParaRPr lang="zh-CN" altLang="en-US" sz="600" dirty="0">
                <a:latin typeface="FZVariable-LanTingHeiK Regular" panose="02000600000000000000" pitchFamily="2" charset="-122"/>
                <a:ea typeface="FZVariable-LanTingHeiK Regular" panose="02000600000000000000" pitchFamily="2" charset="-122"/>
              </a:endParaRPr>
            </a:p>
          </p:txBody>
        </p:sp>
      </p:grpSp>
      <p:grpSp>
        <p:nvGrpSpPr>
          <p:cNvPr id="286" name="组合 285">
            <a:extLst>
              <a:ext uri="{FF2B5EF4-FFF2-40B4-BE49-F238E27FC236}">
                <a16:creationId xmlns:a16="http://schemas.microsoft.com/office/drawing/2014/main" id="{687A7291-47B4-D9AC-AF34-9C008F001F0B}"/>
              </a:ext>
            </a:extLst>
          </p:cNvPr>
          <p:cNvGrpSpPr/>
          <p:nvPr/>
        </p:nvGrpSpPr>
        <p:grpSpPr>
          <a:xfrm>
            <a:off x="17288194" y="8145573"/>
            <a:ext cx="980598" cy="295787"/>
            <a:chOff x="17288194" y="8378569"/>
            <a:chExt cx="980598" cy="295787"/>
          </a:xfrm>
        </p:grpSpPr>
        <p:sp>
          <p:nvSpPr>
            <p:cNvPr id="284" name="文本框 283">
              <a:extLst>
                <a:ext uri="{FF2B5EF4-FFF2-40B4-BE49-F238E27FC236}">
                  <a16:creationId xmlns:a16="http://schemas.microsoft.com/office/drawing/2014/main" id="{D67FD54B-B670-78DA-2FF6-F507AAD23D85}"/>
                </a:ext>
              </a:extLst>
            </p:cNvPr>
            <p:cNvSpPr txBox="1"/>
            <p:nvPr/>
          </p:nvSpPr>
          <p:spPr>
            <a:xfrm>
              <a:off x="17360923" y="8378569"/>
              <a:ext cx="889987" cy="295787"/>
            </a:xfrm>
            <a:prstGeom prst="rect">
              <a:avLst/>
            </a:prstGeom>
          </p:spPr>
          <p:txBody>
            <a:bodyPr wrap="none" rtlCol="0" anchor="ctr">
              <a:spAutoFit/>
            </a:bodyPr>
            <a:lstStyle>
              <a:defPPr>
                <a:defRPr lang="zh-CN"/>
              </a:defPPr>
              <a:lvl1pPr>
                <a:defRPr sz="900">
                  <a:solidFill>
                    <a:schemeClr val="bg1"/>
                  </a:solidFill>
                  <a:latin typeface="FZVariable-LanTingHeiK Normal" panose="02000600000000000000" pitchFamily="2" charset="-122"/>
                  <a:ea typeface="FZVariable-LanTingHeiK Normal" panose="02000600000000000000" pitchFamily="2" charset="-122"/>
                </a:defRPr>
              </a:lvl1pPr>
            </a:lstStyle>
            <a:p>
              <a:pPr algn="ctr">
                <a:lnSpc>
                  <a:spcPct val="130000"/>
                </a:lnSpc>
              </a:pPr>
              <a:r>
                <a:rPr lang="zh-CN" altLang="en-US" sz="1100" dirty="0">
                  <a:solidFill>
                    <a:schemeClr val="tx1"/>
                  </a:solidFill>
                  <a:latin typeface="FZVARIABLE-LANTINGHEIK MEDIUM" panose="02000600000000000000" pitchFamily="2" charset="-122"/>
                  <a:ea typeface="FZVARIABLE-LANTINGHEIK MEDIUM" panose="02000600000000000000" pitchFamily="2" charset="-122"/>
                </a:rPr>
                <a:t>整车属性词</a:t>
              </a:r>
            </a:p>
          </p:txBody>
        </p:sp>
        <p:sp>
          <p:nvSpPr>
            <p:cNvPr id="285" name="圆角矩形 284">
              <a:extLst>
                <a:ext uri="{FF2B5EF4-FFF2-40B4-BE49-F238E27FC236}">
                  <a16:creationId xmlns:a16="http://schemas.microsoft.com/office/drawing/2014/main" id="{A1B6CBD5-E0A1-E013-0AA7-078779F79723}"/>
                </a:ext>
              </a:extLst>
            </p:cNvPr>
            <p:cNvSpPr/>
            <p:nvPr/>
          </p:nvSpPr>
          <p:spPr>
            <a:xfrm>
              <a:off x="17288194" y="8420010"/>
              <a:ext cx="980598" cy="227454"/>
            </a:xfrm>
            <a:prstGeom prst="roundRect">
              <a:avLst>
                <a:gd name="adj" fmla="val 50000"/>
              </a:avLst>
            </a:prstGeom>
            <a:noFill/>
            <a:ln w="6350" cap="flat">
              <a:gradFill>
                <a:gsLst>
                  <a:gs pos="0">
                    <a:srgbClr val="02BF5A"/>
                  </a:gs>
                  <a:gs pos="50000">
                    <a:srgbClr val="02BF5A">
                      <a:alpha val="0"/>
                    </a:srgbClr>
                  </a:gs>
                  <a:gs pos="100000">
                    <a:srgbClr val="02BF5A"/>
                  </a:gs>
                </a:gsLst>
                <a:lin ang="0" scaled="0"/>
              </a:gra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6378" tIns="16378" rIns="16378" bIns="16378" numCol="1" spcCol="38100" rtlCol="0" anchor="ctr">
              <a:spAutoFit/>
            </a:bodyPr>
            <a:lstStyle/>
            <a:p>
              <a:endParaRPr lang="zh-CN" altLang="en-US" sz="600" dirty="0">
                <a:latin typeface="FZVariable-LanTingHeiK Regular" panose="02000600000000000000" pitchFamily="2" charset="-122"/>
                <a:ea typeface="FZVariable-LanTingHeiK Regular" panose="02000600000000000000" pitchFamily="2" charset="-122"/>
              </a:endParaRPr>
            </a:p>
          </p:txBody>
        </p:sp>
      </p:grpSp>
      <p:sp>
        <p:nvSpPr>
          <p:cNvPr id="291" name="object 3">
            <a:extLst>
              <a:ext uri="{FF2B5EF4-FFF2-40B4-BE49-F238E27FC236}">
                <a16:creationId xmlns:a16="http://schemas.microsoft.com/office/drawing/2014/main" id="{DB816399-DD39-A67E-38DD-8A5330E6714D}"/>
              </a:ext>
            </a:extLst>
          </p:cNvPr>
          <p:cNvSpPr txBox="1">
            <a:spLocks/>
          </p:cNvSpPr>
          <p:nvPr/>
        </p:nvSpPr>
        <p:spPr>
          <a:xfrm>
            <a:off x="958136" y="2143420"/>
            <a:ext cx="18428414" cy="691855"/>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4400" b="0" spc="195" dirty="0">
                <a:solidFill>
                  <a:schemeClr val="tx1"/>
                </a:solidFill>
                <a:latin typeface="FZVariable-LanTingHeiK DemiBold" panose="02000600000000000000" pitchFamily="2" charset="-122"/>
                <a:ea typeface="FZVariable-LanTingHeiK DemiBold" panose="02000600000000000000" pitchFamily="2" charset="-122"/>
              </a:rPr>
              <a:t>用户搜索行为递进式聚焦，从场景探索到线索转化决策价值显著</a:t>
            </a:r>
          </a:p>
        </p:txBody>
      </p:sp>
      <p:sp>
        <p:nvSpPr>
          <p:cNvPr id="292" name="object 10">
            <a:extLst>
              <a:ext uri="{FF2B5EF4-FFF2-40B4-BE49-F238E27FC236}">
                <a16:creationId xmlns:a16="http://schemas.microsoft.com/office/drawing/2014/main" id="{344DCAC7-B4DE-59D1-1AF9-460BC55D04A0}"/>
              </a:ext>
            </a:extLst>
          </p:cNvPr>
          <p:cNvSpPr txBox="1">
            <a:spLocks/>
          </p:cNvSpPr>
          <p:nvPr/>
        </p:nvSpPr>
        <p:spPr>
          <a:xfrm>
            <a:off x="980779" y="1601555"/>
            <a:ext cx="4031615" cy="445634"/>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2800" b="0" spc="195" dirty="0">
                <a:solidFill>
                  <a:schemeClr val="bg1">
                    <a:lumMod val="65000"/>
                  </a:schemeClr>
                </a:solidFill>
                <a:latin typeface="FZVariable-LanTingHeiK SemiBold" panose="02000600000000000000" pitchFamily="2" charset="-122"/>
                <a:ea typeface="FZVariable-LanTingHeiK SemiBold" panose="02000600000000000000" pitchFamily="2" charset="-122"/>
              </a:rPr>
              <a:t>搜索行为洞察</a:t>
            </a:r>
          </a:p>
        </p:txBody>
      </p:sp>
      <p:cxnSp>
        <p:nvCxnSpPr>
          <p:cNvPr id="294" name="直线箭头连接符 293">
            <a:extLst>
              <a:ext uri="{FF2B5EF4-FFF2-40B4-BE49-F238E27FC236}">
                <a16:creationId xmlns:a16="http://schemas.microsoft.com/office/drawing/2014/main" id="{50B7D6D6-E753-29F8-8371-AA6C11749C33}"/>
              </a:ext>
            </a:extLst>
          </p:cNvPr>
          <p:cNvCxnSpPr>
            <a:cxnSpLocks/>
          </p:cNvCxnSpPr>
          <p:nvPr/>
        </p:nvCxnSpPr>
        <p:spPr>
          <a:xfrm>
            <a:off x="11608193" y="3597275"/>
            <a:ext cx="751234" cy="0"/>
          </a:xfrm>
          <a:prstGeom prst="straightConnector1">
            <a:avLst/>
          </a:prstGeom>
          <a:ln w="31750">
            <a:solidFill>
              <a:schemeClr val="bg1"/>
            </a:solidFill>
            <a:headEnd type="oval"/>
            <a:tailEnd type="arrow"/>
          </a:ln>
        </p:spPr>
        <p:style>
          <a:lnRef idx="1">
            <a:schemeClr val="accent1"/>
          </a:lnRef>
          <a:fillRef idx="0">
            <a:schemeClr val="accent1"/>
          </a:fillRef>
          <a:effectRef idx="0">
            <a:schemeClr val="accent1"/>
          </a:effectRef>
          <a:fontRef idx="minor">
            <a:schemeClr val="tx1"/>
          </a:fontRef>
        </p:style>
      </p:cxnSp>
      <p:cxnSp>
        <p:nvCxnSpPr>
          <p:cNvPr id="295" name="直线箭头连接符 294">
            <a:extLst>
              <a:ext uri="{FF2B5EF4-FFF2-40B4-BE49-F238E27FC236}">
                <a16:creationId xmlns:a16="http://schemas.microsoft.com/office/drawing/2014/main" id="{ECF18F3E-F94D-8802-197C-8F35C4ADC1A5}"/>
              </a:ext>
            </a:extLst>
          </p:cNvPr>
          <p:cNvCxnSpPr>
            <a:cxnSpLocks/>
          </p:cNvCxnSpPr>
          <p:nvPr/>
        </p:nvCxnSpPr>
        <p:spPr>
          <a:xfrm>
            <a:off x="3227627" y="3597275"/>
            <a:ext cx="751234" cy="0"/>
          </a:xfrm>
          <a:prstGeom prst="straightConnector1">
            <a:avLst/>
          </a:prstGeom>
          <a:ln w="31750">
            <a:solidFill>
              <a:schemeClr val="bg1"/>
            </a:solidFill>
            <a:headEnd type="ova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80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F29B-CF78-6C5D-DC51-82478743240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959585-DF6E-4B53-827E-FF990D4F64E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0" imgW="426" imgH="426" progId="TCLayout.ActiveDocument.1">
                  <p:embed/>
                </p:oleObj>
              </mc:Choice>
              <mc:Fallback>
                <p:oleObj name="think-cell 幻灯片" r:id="rId20" imgW="426" imgH="426" progId="TCLayout.ActiveDocument.1">
                  <p:embed/>
                  <p:pic>
                    <p:nvPicPr>
                      <p:cNvPr id="3" name="think-cell data - do not delete" hidden="1">
                        <a:extLst>
                          <a:ext uri="{FF2B5EF4-FFF2-40B4-BE49-F238E27FC236}">
                            <a16:creationId xmlns:a16="http://schemas.microsoft.com/office/drawing/2014/main" id="{66959585-DF6E-4B53-827E-FF990D4F64ED}"/>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78" name="object 3">
            <a:extLst>
              <a:ext uri="{FF2B5EF4-FFF2-40B4-BE49-F238E27FC236}">
                <a16:creationId xmlns:a16="http://schemas.microsoft.com/office/drawing/2014/main" id="{4AAD1B58-A622-4F82-B6E5-9094EFE3BBC7}"/>
              </a:ext>
            </a:extLst>
          </p:cNvPr>
          <p:cNvSpPr/>
          <p:nvPr>
            <p:custDataLst>
              <p:tags r:id="rId2"/>
            </p:custDataLst>
          </p:nvPr>
        </p:nvSpPr>
        <p:spPr>
          <a:xfrm rot="16200000">
            <a:off x="1843318" y="2393143"/>
            <a:ext cx="6683375" cy="8726507"/>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a:p>
        </p:txBody>
      </p:sp>
      <p:sp>
        <p:nvSpPr>
          <p:cNvPr id="157" name="object 3">
            <a:extLst>
              <a:ext uri="{FF2B5EF4-FFF2-40B4-BE49-F238E27FC236}">
                <a16:creationId xmlns:a16="http://schemas.microsoft.com/office/drawing/2014/main" id="{D3BDC7FC-4332-4A05-B0AD-CF4EBAC63672}"/>
              </a:ext>
            </a:extLst>
          </p:cNvPr>
          <p:cNvSpPr/>
          <p:nvPr>
            <p:custDataLst>
              <p:tags r:id="rId3"/>
            </p:custDataLst>
          </p:nvPr>
        </p:nvSpPr>
        <p:spPr>
          <a:xfrm rot="16200000">
            <a:off x="11069300" y="2146297"/>
            <a:ext cx="6683374" cy="9220199"/>
          </a:xfrm>
          <a:custGeom>
            <a:avLst/>
            <a:gdLst/>
            <a:ahLst/>
            <a:cxnLst/>
            <a:rect l="l" t="t" r="r" b="b"/>
            <a:pathLst>
              <a:path w="7971790" h="2431415">
                <a:moveTo>
                  <a:pt x="7820390" y="0"/>
                </a:moveTo>
                <a:lnTo>
                  <a:pt x="150854" y="0"/>
                </a:lnTo>
                <a:lnTo>
                  <a:pt x="103171" y="7690"/>
                </a:lnTo>
                <a:lnTo>
                  <a:pt x="61760" y="29105"/>
                </a:lnTo>
                <a:lnTo>
                  <a:pt x="29105" y="61760"/>
                </a:lnTo>
                <a:lnTo>
                  <a:pt x="7690" y="103171"/>
                </a:lnTo>
                <a:lnTo>
                  <a:pt x="0" y="150854"/>
                </a:lnTo>
                <a:lnTo>
                  <a:pt x="0" y="2280318"/>
                </a:lnTo>
                <a:lnTo>
                  <a:pt x="7690" y="2328000"/>
                </a:lnTo>
                <a:lnTo>
                  <a:pt x="29105" y="2369411"/>
                </a:lnTo>
                <a:lnTo>
                  <a:pt x="61760" y="2402066"/>
                </a:lnTo>
                <a:lnTo>
                  <a:pt x="103171" y="2423481"/>
                </a:lnTo>
                <a:lnTo>
                  <a:pt x="150854" y="2431172"/>
                </a:lnTo>
                <a:lnTo>
                  <a:pt x="7820390" y="2431172"/>
                </a:lnTo>
                <a:lnTo>
                  <a:pt x="7868072" y="2423481"/>
                </a:lnTo>
                <a:lnTo>
                  <a:pt x="7909483" y="2402066"/>
                </a:lnTo>
                <a:lnTo>
                  <a:pt x="7942138" y="2369411"/>
                </a:lnTo>
                <a:lnTo>
                  <a:pt x="7963553" y="2328000"/>
                </a:lnTo>
                <a:lnTo>
                  <a:pt x="7971244" y="2280318"/>
                </a:lnTo>
                <a:lnTo>
                  <a:pt x="7971244" y="150854"/>
                </a:lnTo>
                <a:lnTo>
                  <a:pt x="7963553" y="103171"/>
                </a:lnTo>
                <a:lnTo>
                  <a:pt x="7942138" y="61760"/>
                </a:lnTo>
                <a:lnTo>
                  <a:pt x="7909483" y="29105"/>
                </a:lnTo>
                <a:lnTo>
                  <a:pt x="7868072" y="7690"/>
                </a:lnTo>
                <a:lnTo>
                  <a:pt x="7820390" y="0"/>
                </a:lnTo>
                <a:close/>
              </a:path>
            </a:pathLst>
          </a:custGeom>
          <a:gradFill>
            <a:gsLst>
              <a:gs pos="0">
                <a:schemeClr val="bg1">
                  <a:lumMod val="95000"/>
                  <a:alpha val="70675"/>
                </a:schemeClr>
              </a:gs>
              <a:gs pos="100000">
                <a:schemeClr val="bg1">
                  <a:lumMod val="75000"/>
                  <a:alpha val="0"/>
                </a:schemeClr>
              </a:gs>
            </a:gsLst>
            <a:lin ang="0" scaled="0"/>
          </a:gradFill>
        </p:spPr>
        <p:txBody>
          <a:bodyPr wrap="square" lIns="0" tIns="0" rIns="0" bIns="0" rtlCol="0"/>
          <a:lstStyle/>
          <a:p>
            <a:endParaRPr/>
          </a:p>
        </p:txBody>
      </p:sp>
      <p:sp>
        <p:nvSpPr>
          <p:cNvPr id="37" name="object 37">
            <a:extLst>
              <a:ext uri="{FF2B5EF4-FFF2-40B4-BE49-F238E27FC236}">
                <a16:creationId xmlns:a16="http://schemas.microsoft.com/office/drawing/2014/main" id="{34F40C39-6EB3-8A90-0381-F4EFD46BB4F8}"/>
              </a:ext>
            </a:extLst>
          </p:cNvPr>
          <p:cNvSpPr/>
          <p:nvPr/>
        </p:nvSpPr>
        <p:spPr>
          <a:xfrm>
            <a:off x="770898" y="10660512"/>
            <a:ext cx="36830" cy="226060"/>
          </a:xfrm>
          <a:custGeom>
            <a:avLst/>
            <a:gdLst/>
            <a:ahLst/>
            <a:cxnLst/>
            <a:rect l="l" t="t" r="r" b="b"/>
            <a:pathLst>
              <a:path w="36829" h="226059">
                <a:moveTo>
                  <a:pt x="36281" y="0"/>
                </a:moveTo>
                <a:lnTo>
                  <a:pt x="0" y="0"/>
                </a:lnTo>
                <a:lnTo>
                  <a:pt x="0" y="225438"/>
                </a:lnTo>
                <a:lnTo>
                  <a:pt x="36281" y="225438"/>
                </a:lnTo>
                <a:lnTo>
                  <a:pt x="36281" y="0"/>
                </a:lnTo>
                <a:close/>
              </a:path>
            </a:pathLst>
          </a:custGeom>
          <a:solidFill>
            <a:srgbClr val="20D96F"/>
          </a:solidFill>
        </p:spPr>
        <p:txBody>
          <a:bodyPr wrap="square" lIns="0" tIns="0" rIns="0" bIns="0" rtlCol="0"/>
          <a:lstStyle/>
          <a:p>
            <a:endParaRPr/>
          </a:p>
        </p:txBody>
      </p:sp>
      <p:pic>
        <p:nvPicPr>
          <p:cNvPr id="38" name="object 38">
            <a:extLst>
              <a:ext uri="{FF2B5EF4-FFF2-40B4-BE49-F238E27FC236}">
                <a16:creationId xmlns:a16="http://schemas.microsoft.com/office/drawing/2014/main" id="{5F1979A2-9631-2CB1-82A4-3F76FDC22126}"/>
              </a:ext>
            </a:extLst>
          </p:cNvPr>
          <p:cNvPicPr/>
          <p:nvPr/>
        </p:nvPicPr>
        <p:blipFill>
          <a:blip r:embed="rId22" cstate="print">
            <a:extLst>
              <a:ext uri="{28A0092B-C50C-407E-A947-70E740481C1C}">
                <a14:useLocalDpi xmlns:a14="http://schemas.microsoft.com/office/drawing/2010/main"/>
              </a:ext>
            </a:extLst>
          </a:blip>
          <a:stretch>
            <a:fillRect/>
          </a:stretch>
        </p:blipFill>
        <p:spPr>
          <a:xfrm>
            <a:off x="18410328" y="10661874"/>
            <a:ext cx="924788" cy="253814"/>
          </a:xfrm>
          <a:prstGeom prst="rect">
            <a:avLst/>
          </a:prstGeom>
        </p:spPr>
      </p:pic>
      <p:sp>
        <p:nvSpPr>
          <p:cNvPr id="39" name="object 39">
            <a:extLst>
              <a:ext uri="{FF2B5EF4-FFF2-40B4-BE49-F238E27FC236}">
                <a16:creationId xmlns:a16="http://schemas.microsoft.com/office/drawing/2014/main" id="{2CA9F9A8-957B-DE61-E750-99037DC70334}"/>
              </a:ext>
            </a:extLst>
          </p:cNvPr>
          <p:cNvSpPr/>
          <p:nvPr/>
        </p:nvSpPr>
        <p:spPr>
          <a:xfrm>
            <a:off x="770894" y="96183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sp>
        <p:nvSpPr>
          <p:cNvPr id="49" name="object 49">
            <a:extLst>
              <a:ext uri="{FF2B5EF4-FFF2-40B4-BE49-F238E27FC236}">
                <a16:creationId xmlns:a16="http://schemas.microsoft.com/office/drawing/2014/main" id="{7F9C42DE-FBA3-93EF-0DBD-E00FBF134216}"/>
              </a:ext>
            </a:extLst>
          </p:cNvPr>
          <p:cNvSpPr txBox="1">
            <a:spLocks noGrp="1"/>
          </p:cNvSpPr>
          <p:nvPr>
            <p:ph type="ftr" sz="quarter" idx="5"/>
          </p:nvPr>
        </p:nvSpPr>
        <p:spPr>
          <a:xfrm>
            <a:off x="881936" y="10607231"/>
            <a:ext cx="4018915" cy="297815"/>
          </a:xfrm>
          <a:prstGeom prst="rect">
            <a:avLst/>
          </a:prstGeom>
        </p:spPr>
        <p:txBody>
          <a:bodyPr vert="horz" wrap="square" lIns="0" tIns="29209" rIns="0" bIns="0" rtlCol="0">
            <a:spAutoFit/>
          </a:bodyPr>
          <a:lstStyle/>
          <a:p>
            <a:pPr marL="12700">
              <a:lnSpc>
                <a:spcPct val="100000"/>
              </a:lnSpc>
              <a:spcBef>
                <a:spcPts val="230"/>
              </a:spcBef>
            </a:pPr>
            <a:r>
              <a:rPr lang="zh-CN" altLang="en-US" spc="-50" dirty="0">
                <a:ea typeface="阿里巴巴普惠体 3.0 55 Regular" panose="00020600040101010101" charset="-122"/>
              </a:rPr>
              <a:t>数据来源：小红书数据平台</a:t>
            </a:r>
            <a:endParaRPr spc="-50" dirty="0">
              <a:ea typeface="阿里巴巴普惠体 3.0 55 Regular" panose="00020600040101010101" charset="-122"/>
            </a:endParaRPr>
          </a:p>
        </p:txBody>
      </p:sp>
      <p:sp>
        <p:nvSpPr>
          <p:cNvPr id="131" name="矩形 130">
            <a:extLst>
              <a:ext uri="{FF2B5EF4-FFF2-40B4-BE49-F238E27FC236}">
                <a16:creationId xmlns:a16="http://schemas.microsoft.com/office/drawing/2014/main" id="{9226EA02-2472-4A7E-8A64-80396656E17D}"/>
              </a:ext>
            </a:extLst>
          </p:cNvPr>
          <p:cNvSpPr/>
          <p:nvPr/>
        </p:nvSpPr>
        <p:spPr>
          <a:xfrm>
            <a:off x="-4647136" y="8364089"/>
            <a:ext cx="4521201" cy="590046"/>
          </a:xfrm>
          <a:prstGeom prst="rect">
            <a:avLst/>
          </a:prstGeom>
          <a:solidFill>
            <a:srgbClr val="2DD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0218FF4A-B532-4827-A8F0-3935CF57E1E7}"/>
              </a:ext>
            </a:extLst>
          </p:cNvPr>
          <p:cNvSpPr/>
          <p:nvPr/>
        </p:nvSpPr>
        <p:spPr>
          <a:xfrm>
            <a:off x="-4647136" y="9156755"/>
            <a:ext cx="4521201" cy="590046"/>
          </a:xfrm>
          <a:prstGeom prst="rect">
            <a:avLst/>
          </a:prstGeom>
          <a:solidFill>
            <a:srgbClr val="60F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a:extLst>
              <a:ext uri="{FF2B5EF4-FFF2-40B4-BE49-F238E27FC236}">
                <a16:creationId xmlns:a16="http://schemas.microsoft.com/office/drawing/2014/main" id="{9678DF5C-4E9B-4AE8-867E-1B9A8F310AF9}"/>
              </a:ext>
            </a:extLst>
          </p:cNvPr>
          <p:cNvSpPr/>
          <p:nvPr/>
        </p:nvSpPr>
        <p:spPr>
          <a:xfrm>
            <a:off x="-4607211" y="9943711"/>
            <a:ext cx="4521201" cy="590046"/>
          </a:xfrm>
          <a:prstGeom prst="rect">
            <a:avLst/>
          </a:prstGeom>
          <a:solidFill>
            <a:srgbClr val="43FF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a:extLst>
              <a:ext uri="{FF2B5EF4-FFF2-40B4-BE49-F238E27FC236}">
                <a16:creationId xmlns:a16="http://schemas.microsoft.com/office/drawing/2014/main" id="{9FE34A21-2468-46E3-88D2-200438A79492}"/>
              </a:ext>
            </a:extLst>
          </p:cNvPr>
          <p:cNvSpPr/>
          <p:nvPr/>
        </p:nvSpPr>
        <p:spPr>
          <a:xfrm>
            <a:off x="-4667536" y="7575294"/>
            <a:ext cx="4521201" cy="590046"/>
          </a:xfrm>
          <a:prstGeom prst="rect">
            <a:avLst/>
          </a:prstGeom>
          <a:solidFill>
            <a:srgbClr val="BEF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a:extLst>
              <a:ext uri="{FF2B5EF4-FFF2-40B4-BE49-F238E27FC236}">
                <a16:creationId xmlns:a16="http://schemas.microsoft.com/office/drawing/2014/main" id="{512BE5BA-953C-44B3-B1EA-CA21D4DCC4F9}"/>
              </a:ext>
            </a:extLst>
          </p:cNvPr>
          <p:cNvSpPr/>
          <p:nvPr/>
        </p:nvSpPr>
        <p:spPr>
          <a:xfrm>
            <a:off x="-4667537" y="6733398"/>
            <a:ext cx="4521201" cy="590046"/>
          </a:xfrm>
          <a:prstGeom prst="rect">
            <a:avLst/>
          </a:prstGeom>
          <a:solidFill>
            <a:srgbClr val="BEF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a:extLst>
              <a:ext uri="{FF2B5EF4-FFF2-40B4-BE49-F238E27FC236}">
                <a16:creationId xmlns:a16="http://schemas.microsoft.com/office/drawing/2014/main" id="{B8768156-F0F8-4652-B904-21EACF917355}"/>
              </a:ext>
            </a:extLst>
          </p:cNvPr>
          <p:cNvSpPr/>
          <p:nvPr/>
        </p:nvSpPr>
        <p:spPr>
          <a:xfrm>
            <a:off x="-4669816" y="5810951"/>
            <a:ext cx="4521201" cy="590046"/>
          </a:xfrm>
          <a:prstGeom prst="rect">
            <a:avLst/>
          </a:prstGeom>
          <a:solidFill>
            <a:srgbClr val="45ED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a:extLst>
              <a:ext uri="{FF2B5EF4-FFF2-40B4-BE49-F238E27FC236}">
                <a16:creationId xmlns:a16="http://schemas.microsoft.com/office/drawing/2014/main" id="{117915DB-066E-4A55-A36B-035D35BEDFE4}"/>
              </a:ext>
            </a:extLst>
          </p:cNvPr>
          <p:cNvSpPr/>
          <p:nvPr/>
        </p:nvSpPr>
        <p:spPr>
          <a:xfrm>
            <a:off x="-4675105" y="3287347"/>
            <a:ext cx="4521201" cy="590046"/>
          </a:xfrm>
          <a:prstGeom prst="rect">
            <a:avLst/>
          </a:prstGeom>
          <a:solidFill>
            <a:srgbClr val="2DD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 name="矩形 137">
            <a:extLst>
              <a:ext uri="{FF2B5EF4-FFF2-40B4-BE49-F238E27FC236}">
                <a16:creationId xmlns:a16="http://schemas.microsoft.com/office/drawing/2014/main" id="{29C1098C-B623-4260-9415-14C117B700AE}"/>
              </a:ext>
            </a:extLst>
          </p:cNvPr>
          <p:cNvSpPr/>
          <p:nvPr/>
        </p:nvSpPr>
        <p:spPr>
          <a:xfrm>
            <a:off x="-4647136" y="4063079"/>
            <a:ext cx="4521201" cy="590046"/>
          </a:xfrm>
          <a:prstGeom prst="rect">
            <a:avLst/>
          </a:prstGeom>
          <a:solidFill>
            <a:srgbClr val="D6D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3FB750CE-451A-4070-9A31-B0FDCED1D06B}"/>
              </a:ext>
            </a:extLst>
          </p:cNvPr>
          <p:cNvGrpSpPr/>
          <p:nvPr/>
        </p:nvGrpSpPr>
        <p:grpSpPr>
          <a:xfrm>
            <a:off x="10805657" y="5011316"/>
            <a:ext cx="4123194" cy="476883"/>
            <a:chOff x="7829011" y="5378446"/>
            <a:chExt cx="4122712" cy="476535"/>
          </a:xfrm>
        </p:grpSpPr>
        <p:sp>
          <p:nvSpPr>
            <p:cNvPr id="98" name="TextBox 23">
              <a:extLst>
                <a:ext uri="{FF2B5EF4-FFF2-40B4-BE49-F238E27FC236}">
                  <a16:creationId xmlns:a16="http://schemas.microsoft.com/office/drawing/2014/main" id="{5213C23B-8C4E-407A-8167-1A75BBB4FD9E}"/>
                </a:ext>
              </a:extLst>
            </p:cNvPr>
            <p:cNvSpPr txBox="1"/>
            <p:nvPr>
              <p:custDataLst>
                <p:tags r:id="rId16"/>
              </p:custDataLst>
            </p:nvPr>
          </p:nvSpPr>
          <p:spPr>
            <a:xfrm>
              <a:off x="8140580" y="5378446"/>
              <a:ext cx="3811143" cy="338307"/>
            </a:xfrm>
            <a:prstGeom prst="rect">
              <a:avLst/>
            </a:prstGeom>
            <a:noFill/>
          </p:spPr>
          <p:txBody>
            <a:bodyPr wrap="square">
              <a:spAutoFit/>
            </a:bodyPr>
            <a:lstStyle>
              <a:defPPr>
                <a:defRPr kern="0"/>
              </a:defPPr>
              <a:lvl1pPr>
                <a:defRPr sz="2000" b="1" i="0" u="none" strike="noStrike">
                  <a:solidFill>
                    <a:srgbClr val="000000"/>
                  </a:solidFill>
                  <a:effectLst/>
                  <a:latin typeface="FZVariable-LanTingHeiK Normal" panose="02000600000000000000"/>
                </a:defRPr>
              </a:lvl1pPr>
            </a:lstStyle>
            <a:p>
              <a:r>
                <a:rPr lang="zh-CN" altLang="en-US" sz="1600" b="0" dirty="0">
                  <a:latin typeface="FZVARIABLE-LANTINGHEIK MEDIUM" panose="02000600000000000000" pitchFamily="2" charset="-122"/>
                  <a:ea typeface="FZVARIABLE-LANTINGHEIK MEDIUM" panose="02000600000000000000" pitchFamily="2" charset="-122"/>
                </a:rPr>
                <a:t>不同场域</a:t>
              </a:r>
              <a:r>
                <a:rPr lang="zh-CN" altLang="en-US" sz="1600" b="0" dirty="0">
                  <a:solidFill>
                    <a:srgbClr val="06B851"/>
                  </a:solidFill>
                  <a:latin typeface="FZVARIABLE-LANTINGHEIK MEDIUM" panose="02000600000000000000" pitchFamily="2" charset="-122"/>
                  <a:ea typeface="FZVARIABLE-LANTINGHEIK MEDIUM" panose="02000600000000000000" pitchFamily="2" charset="-122"/>
                </a:rPr>
                <a:t>试驾率</a:t>
              </a:r>
              <a:r>
                <a:rPr lang="zh-CN" altLang="en-US" sz="1600" b="0" dirty="0">
                  <a:latin typeface="FZVARIABLE-LANTINGHEIK MEDIUM" panose="02000600000000000000" pitchFamily="2" charset="-122"/>
                  <a:ea typeface="FZVARIABLE-LANTINGHEIK MEDIUM" panose="02000600000000000000" pitchFamily="2" charset="-122"/>
                </a:rPr>
                <a:t>对比</a:t>
              </a:r>
              <a:endParaRPr lang="en-GB" sz="1600" b="0" dirty="0">
                <a:latin typeface="FZVARIABLE-LANTINGHEIK MEDIUM" panose="02000600000000000000" pitchFamily="2" charset="-122"/>
                <a:ea typeface="FZVARIABLE-LANTINGHEIK MEDIUM" panose="02000600000000000000" pitchFamily="2" charset="-122"/>
              </a:endParaRPr>
            </a:p>
          </p:txBody>
        </p:sp>
        <p:cxnSp>
          <p:nvCxnSpPr>
            <p:cNvPr id="99" name="Straight Connector 24">
              <a:extLst>
                <a:ext uri="{FF2B5EF4-FFF2-40B4-BE49-F238E27FC236}">
                  <a16:creationId xmlns:a16="http://schemas.microsoft.com/office/drawing/2014/main" id="{27FAF5B3-E8D5-4315-B803-6DD05DA6A2C2}"/>
                </a:ext>
              </a:extLst>
            </p:cNvPr>
            <p:cNvCxnSpPr>
              <a:cxnSpLocks/>
            </p:cNvCxnSpPr>
            <p:nvPr>
              <p:custDataLst>
                <p:tags r:id="rId17"/>
              </p:custDataLst>
            </p:nvPr>
          </p:nvCxnSpPr>
          <p:spPr>
            <a:xfrm>
              <a:off x="7829011" y="5854981"/>
              <a:ext cx="289634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53EC1C06-C520-4FC9-8ADB-A32F911892D7}"/>
              </a:ext>
            </a:extLst>
          </p:cNvPr>
          <p:cNvGrpSpPr/>
          <p:nvPr/>
        </p:nvGrpSpPr>
        <p:grpSpPr>
          <a:xfrm>
            <a:off x="15380295" y="5011321"/>
            <a:ext cx="5796955" cy="475295"/>
            <a:chOff x="14747329" y="5041504"/>
            <a:chExt cx="5796955" cy="475295"/>
          </a:xfrm>
        </p:grpSpPr>
        <p:sp>
          <p:nvSpPr>
            <p:cNvPr id="100" name="TextBox 23">
              <a:extLst>
                <a:ext uri="{FF2B5EF4-FFF2-40B4-BE49-F238E27FC236}">
                  <a16:creationId xmlns:a16="http://schemas.microsoft.com/office/drawing/2014/main" id="{54238880-974F-486C-963E-B7E4B2CD4B88}"/>
                </a:ext>
              </a:extLst>
            </p:cNvPr>
            <p:cNvSpPr txBox="1"/>
            <p:nvPr>
              <p:custDataLst>
                <p:tags r:id="rId14"/>
              </p:custDataLst>
            </p:nvPr>
          </p:nvSpPr>
          <p:spPr>
            <a:xfrm>
              <a:off x="15072171" y="5041504"/>
              <a:ext cx="5472113" cy="338554"/>
            </a:xfrm>
            <a:prstGeom prst="rect">
              <a:avLst/>
            </a:prstGeom>
            <a:noFill/>
          </p:spPr>
          <p:txBody>
            <a:bodyPr wrap="square">
              <a:spAutoFit/>
            </a:bodyPr>
            <a:lstStyle>
              <a:defPPr>
                <a:defRPr kern="0"/>
              </a:defPPr>
              <a:lvl1pPr>
                <a:defRPr sz="2000" b="1" i="0" u="none" strike="noStrike">
                  <a:solidFill>
                    <a:srgbClr val="000000"/>
                  </a:solidFill>
                  <a:effectLst/>
                  <a:latin typeface="FZVariable-LanTingHeiK Normal" panose="02000600000000000000"/>
                </a:defRPr>
              </a:lvl1pPr>
            </a:lstStyle>
            <a:p>
              <a:r>
                <a:rPr lang="zh-CN" altLang="en-US" sz="1600" b="0" dirty="0">
                  <a:latin typeface="FZVARIABLE-LANTINGHEIK MEDIUM" panose="02000600000000000000" pitchFamily="2" charset="-122"/>
                  <a:ea typeface="FZVARIABLE-LANTINGHEIK MEDIUM" panose="02000600000000000000" pitchFamily="2" charset="-122"/>
                </a:rPr>
                <a:t>不同场域</a:t>
              </a:r>
              <a:r>
                <a:rPr lang="zh-CN" altLang="en-US" sz="1600" b="0" dirty="0">
                  <a:solidFill>
                    <a:srgbClr val="06B851"/>
                  </a:solidFill>
                  <a:latin typeface="FZVARIABLE-LANTINGHEIK MEDIUM" panose="02000600000000000000" pitchFamily="2" charset="-122"/>
                  <a:ea typeface="FZVARIABLE-LANTINGHEIK MEDIUM" panose="02000600000000000000" pitchFamily="2" charset="-122"/>
                </a:rPr>
                <a:t>成交率</a:t>
              </a:r>
              <a:r>
                <a:rPr lang="zh-CN" altLang="en-US" sz="1600" b="0" dirty="0">
                  <a:latin typeface="FZVARIABLE-LANTINGHEIK MEDIUM" panose="02000600000000000000" pitchFamily="2" charset="-122"/>
                  <a:ea typeface="FZVARIABLE-LANTINGHEIK MEDIUM" panose="02000600000000000000" pitchFamily="2" charset="-122"/>
                </a:rPr>
                <a:t>对比</a:t>
              </a:r>
              <a:endParaRPr lang="en-GB" sz="1600" b="0" dirty="0">
                <a:latin typeface="FZVARIABLE-LANTINGHEIK MEDIUM" panose="02000600000000000000" pitchFamily="2" charset="-122"/>
                <a:ea typeface="FZVARIABLE-LANTINGHEIK MEDIUM" panose="02000600000000000000" pitchFamily="2" charset="-122"/>
              </a:endParaRPr>
            </a:p>
          </p:txBody>
        </p:sp>
        <p:cxnSp>
          <p:nvCxnSpPr>
            <p:cNvPr id="101" name="Straight Connector 24">
              <a:extLst>
                <a:ext uri="{FF2B5EF4-FFF2-40B4-BE49-F238E27FC236}">
                  <a16:creationId xmlns:a16="http://schemas.microsoft.com/office/drawing/2014/main" id="{CAA8F8CB-37A5-4D79-A525-7E52DF24783B}"/>
                </a:ext>
              </a:extLst>
            </p:cNvPr>
            <p:cNvCxnSpPr>
              <a:cxnSpLocks/>
            </p:cNvCxnSpPr>
            <p:nvPr>
              <p:custDataLst>
                <p:tags r:id="rId15"/>
              </p:custDataLst>
            </p:nvPr>
          </p:nvCxnSpPr>
          <p:spPr>
            <a:xfrm>
              <a:off x="14747329" y="5516799"/>
              <a:ext cx="289908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170" name="Chart 3">
            <a:extLst>
              <a:ext uri="{FF2B5EF4-FFF2-40B4-BE49-F238E27FC236}">
                <a16:creationId xmlns:a16="http://schemas.microsoft.com/office/drawing/2014/main" id="{C3C45704-9E5C-4D75-A62C-E6CF65AAD095}"/>
              </a:ext>
            </a:extLst>
          </p:cNvPr>
          <p:cNvGraphicFramePr/>
          <p:nvPr>
            <p:custDataLst>
              <p:tags r:id="rId4"/>
            </p:custDataLst>
            <p:extLst>
              <p:ext uri="{D42A27DB-BD31-4B8C-83A1-F6EECF244321}">
                <p14:modId xmlns:p14="http://schemas.microsoft.com/office/powerpoint/2010/main" val="3544792311"/>
              </p:ext>
            </p:extLst>
          </p:nvPr>
        </p:nvGraphicFramePr>
        <p:xfrm>
          <a:off x="10578216" y="5975122"/>
          <a:ext cx="3512933" cy="3256876"/>
        </p:xfrm>
        <a:graphic>
          <a:graphicData uri="http://schemas.openxmlformats.org/drawingml/2006/chart">
            <c:chart xmlns:c="http://schemas.openxmlformats.org/drawingml/2006/chart" xmlns:r="http://schemas.openxmlformats.org/officeDocument/2006/relationships" r:id="rId23"/>
          </a:graphicData>
        </a:graphic>
      </p:graphicFrame>
      <p:sp>
        <p:nvSpPr>
          <p:cNvPr id="103" name="Text Placeholder 2">
            <a:extLst>
              <a:ext uri="{FF2B5EF4-FFF2-40B4-BE49-F238E27FC236}">
                <a16:creationId xmlns:a16="http://schemas.microsoft.com/office/drawing/2014/main" id="{53A4BD3C-511B-429C-8C06-2F3E07D974CF}"/>
              </a:ext>
            </a:extLst>
          </p:cNvPr>
          <p:cNvSpPr>
            <a:spLocks noGrp="1"/>
          </p:cNvSpPr>
          <p:nvPr>
            <p:custDataLst>
              <p:tags r:id="rId5"/>
            </p:custDataLst>
          </p:nvPr>
        </p:nvSpPr>
        <p:spPr bwMode="auto">
          <a:xfrm>
            <a:off x="11153970" y="9226442"/>
            <a:ext cx="774700" cy="447675"/>
          </a:xfrm>
          <a:prstGeom prst="rect">
            <a:avLst/>
          </a:prstGeom>
          <a:noFill/>
        </p:spPr>
        <p:txBody>
          <a:bodyPr vert="horz" wrap="none" lIns="0" tIns="0" rIns="0" bIns="0">
            <a:noAutofit/>
          </a:bodyPr>
          <a:lstStyle/>
          <a:p>
            <a:fld id="{839BAF21-4237-4A61-B538-FC6E67B998A0}" type="datetime'''''''''''''信''''''''''''''''''''''''''''''''''''''''''息流'">
              <a:rPr lang="zh-CN" altLang="en-US" sz="1600">
                <a:solidFill>
                  <a:srgbClr val="000000"/>
                </a:solidFill>
                <a:latin typeface="FZVariable-LanTingHeiK Normal" panose="02000600000000000000" pitchFamily="2" charset="-122"/>
                <a:ea typeface="FZVariable-LanTingHeiK Normal" panose="02000600000000000000" pitchFamily="2" charset="-122"/>
              </a:rPr>
              <a:pPr/>
              <a:t>信息流</a:t>
            </a:fld>
            <a:endParaRPr lang="zh-CN" altLang="en-US" sz="1600" dirty="0">
              <a:solidFill>
                <a:srgbClr val="000000"/>
              </a:solidFill>
              <a:latin typeface="FZVariable-LanTingHeiK Normal" panose="02000600000000000000" pitchFamily="2" charset="-122"/>
              <a:ea typeface="FZVariable-LanTingHeiK Normal" panose="02000600000000000000" pitchFamily="2" charset="-122"/>
            </a:endParaRPr>
          </a:p>
        </p:txBody>
      </p:sp>
      <p:sp>
        <p:nvSpPr>
          <p:cNvPr id="104" name="Text Placeholder 2">
            <a:extLst>
              <a:ext uri="{FF2B5EF4-FFF2-40B4-BE49-F238E27FC236}">
                <a16:creationId xmlns:a16="http://schemas.microsoft.com/office/drawing/2014/main" id="{429C67E9-575F-44EE-94B7-1540B5D8F97E}"/>
              </a:ext>
            </a:extLst>
          </p:cNvPr>
          <p:cNvSpPr>
            <a:spLocks noGrp="1"/>
          </p:cNvSpPr>
          <p:nvPr>
            <p:custDataLst>
              <p:tags r:id="rId6"/>
            </p:custDataLst>
          </p:nvPr>
        </p:nvSpPr>
        <p:spPr bwMode="auto">
          <a:xfrm>
            <a:off x="12871450" y="9239142"/>
            <a:ext cx="774700" cy="447675"/>
          </a:xfrm>
          <a:prstGeom prst="rect">
            <a:avLst/>
          </a:prstGeom>
          <a:noFill/>
        </p:spPr>
        <p:txBody>
          <a:bodyPr vert="horz" wrap="none" lIns="0" tIns="0" rIns="0" bIns="0">
            <a:noAutofit/>
          </a:bodyPr>
          <a:lstStyle/>
          <a:p>
            <a:fld id="{16551BFE-D181-4E07-AB72-D345F0F8B096}" type="datetime'''''''''口''''''''''''''''''''''''''碑''通'''''''''">
              <a:rPr lang="zh-CN" altLang="en-US" sz="1600">
                <a:solidFill>
                  <a:srgbClr val="000000"/>
                </a:solidFill>
                <a:latin typeface="FZVariable-LanTingHeiK Normal" panose="02000600000000000000" pitchFamily="2" charset="-122"/>
                <a:ea typeface="FZVariable-LanTingHeiK Normal" panose="02000600000000000000" pitchFamily="2" charset="-122"/>
              </a:rPr>
              <a:pPr/>
              <a:t>口碑通</a:t>
            </a:fld>
            <a:endParaRPr lang="zh-CN" altLang="en-US" sz="1600" dirty="0">
              <a:solidFill>
                <a:srgbClr val="000000"/>
              </a:solidFill>
              <a:latin typeface="FZVariable-LanTingHeiK Normal" panose="02000600000000000000" pitchFamily="2" charset="-122"/>
              <a:ea typeface="FZVariable-LanTingHeiK Normal" panose="02000600000000000000" pitchFamily="2" charset="-122"/>
            </a:endParaRPr>
          </a:p>
        </p:txBody>
      </p:sp>
      <p:graphicFrame>
        <p:nvGraphicFramePr>
          <p:cNvPr id="171" name="Chart 3">
            <a:extLst>
              <a:ext uri="{FF2B5EF4-FFF2-40B4-BE49-F238E27FC236}">
                <a16:creationId xmlns:a16="http://schemas.microsoft.com/office/drawing/2014/main" id="{F74C375D-F6C6-476B-AD2C-74300CE26FC5}"/>
              </a:ext>
            </a:extLst>
          </p:cNvPr>
          <p:cNvGraphicFramePr/>
          <p:nvPr>
            <p:custDataLst>
              <p:tags r:id="rId7"/>
            </p:custDataLst>
            <p:extLst>
              <p:ext uri="{D42A27DB-BD31-4B8C-83A1-F6EECF244321}">
                <p14:modId xmlns:p14="http://schemas.microsoft.com/office/powerpoint/2010/main" val="433887975"/>
              </p:ext>
            </p:extLst>
          </p:nvPr>
        </p:nvGraphicFramePr>
        <p:xfrm>
          <a:off x="15140691" y="5900951"/>
          <a:ext cx="3512933" cy="3325324"/>
        </p:xfrm>
        <a:graphic>
          <a:graphicData uri="http://schemas.openxmlformats.org/drawingml/2006/chart">
            <c:chart xmlns:c="http://schemas.openxmlformats.org/drawingml/2006/chart" xmlns:r="http://schemas.openxmlformats.org/officeDocument/2006/relationships" r:id="rId24"/>
          </a:graphicData>
        </a:graphic>
      </p:graphicFrame>
      <p:sp>
        <p:nvSpPr>
          <p:cNvPr id="106" name="Text Placeholder 2">
            <a:extLst>
              <a:ext uri="{FF2B5EF4-FFF2-40B4-BE49-F238E27FC236}">
                <a16:creationId xmlns:a16="http://schemas.microsoft.com/office/drawing/2014/main" id="{A31633C3-A252-4F21-BFC6-59B618EB0FCD}"/>
              </a:ext>
            </a:extLst>
          </p:cNvPr>
          <p:cNvSpPr>
            <a:spLocks noGrp="1"/>
          </p:cNvSpPr>
          <p:nvPr>
            <p:custDataLst>
              <p:tags r:id="rId8"/>
            </p:custDataLst>
          </p:nvPr>
        </p:nvSpPr>
        <p:spPr bwMode="auto">
          <a:xfrm>
            <a:off x="15782315" y="9224250"/>
            <a:ext cx="774700" cy="304800"/>
          </a:xfrm>
          <a:prstGeom prst="rect">
            <a:avLst/>
          </a:prstGeom>
          <a:noFill/>
        </p:spPr>
        <p:txBody>
          <a:bodyPr vert="horz" wrap="none" lIns="0" tIns="0" rIns="0" bIns="0">
            <a:noAutofit/>
          </a:bodyPr>
          <a:lstStyle/>
          <a:p>
            <a:fld id="{8ADDB661-F9CB-48D2-80E7-2BFEC4801FB6}" type="datetime'信''''''息流'''''''''''''''''''''''''''''">
              <a:rPr lang="zh-CN" altLang="en-US" sz="1600">
                <a:solidFill>
                  <a:srgbClr val="000000"/>
                </a:solidFill>
                <a:latin typeface="FZVariable-LanTingHeiK Normal" panose="02000600000000000000" pitchFamily="2" charset="-122"/>
                <a:ea typeface="FZVariable-LanTingHeiK Normal" panose="02000600000000000000" pitchFamily="2" charset="-122"/>
              </a:rPr>
              <a:pPr/>
              <a:t>信息流</a:t>
            </a:fld>
            <a:endParaRPr lang="zh-CN" altLang="en-US" sz="1600" dirty="0">
              <a:solidFill>
                <a:srgbClr val="000000"/>
              </a:solidFill>
              <a:latin typeface="FZVariable-LanTingHeiK Normal" panose="02000600000000000000" pitchFamily="2" charset="-122"/>
              <a:ea typeface="FZVariable-LanTingHeiK Normal" panose="02000600000000000000" pitchFamily="2" charset="-122"/>
            </a:endParaRPr>
          </a:p>
        </p:txBody>
      </p:sp>
      <p:sp>
        <p:nvSpPr>
          <p:cNvPr id="107" name="Text Placeholder 2">
            <a:extLst>
              <a:ext uri="{FF2B5EF4-FFF2-40B4-BE49-F238E27FC236}">
                <a16:creationId xmlns:a16="http://schemas.microsoft.com/office/drawing/2014/main" id="{166F7F04-6FBE-4675-934E-63509B1D0E40}"/>
              </a:ext>
            </a:extLst>
          </p:cNvPr>
          <p:cNvSpPr>
            <a:spLocks noGrp="1"/>
          </p:cNvSpPr>
          <p:nvPr>
            <p:custDataLst>
              <p:tags r:id="rId9"/>
            </p:custDataLst>
          </p:nvPr>
        </p:nvSpPr>
        <p:spPr bwMode="auto">
          <a:xfrm>
            <a:off x="17506950" y="9231679"/>
            <a:ext cx="774700" cy="304800"/>
          </a:xfrm>
          <a:prstGeom prst="rect">
            <a:avLst/>
          </a:prstGeom>
          <a:noFill/>
        </p:spPr>
        <p:txBody>
          <a:bodyPr vert="horz" wrap="none" lIns="0" tIns="0" rIns="0" bIns="0">
            <a:noAutofit/>
          </a:bodyPr>
          <a:lstStyle/>
          <a:p>
            <a:fld id="{1F1FC9C0-B1AC-4672-B7FA-90FE87833FC3}" type="datetime'''''''''''''''''''''''''''''口''''碑''''''通'''''''">
              <a:rPr lang="zh-CN" altLang="en-US" sz="1600">
                <a:solidFill>
                  <a:srgbClr val="000000"/>
                </a:solidFill>
                <a:latin typeface="FZVariable-LanTingHeiK Normal" panose="02000600000000000000" pitchFamily="2" charset="-122"/>
                <a:ea typeface="FZVariable-LanTingHeiK Normal" panose="02000600000000000000" pitchFamily="2" charset="-122"/>
              </a:rPr>
              <a:pPr/>
              <a:t>口碑通</a:t>
            </a:fld>
            <a:endParaRPr lang="zh-CN" altLang="en-US" sz="1600" dirty="0">
              <a:solidFill>
                <a:srgbClr val="000000"/>
              </a:solidFill>
              <a:latin typeface="FZVariable-LanTingHeiK Normal" panose="02000600000000000000" pitchFamily="2" charset="-122"/>
              <a:ea typeface="FZVariable-LanTingHeiK Normal" panose="02000600000000000000" pitchFamily="2" charset="-122"/>
            </a:endParaRPr>
          </a:p>
        </p:txBody>
      </p:sp>
      <p:sp>
        <p:nvSpPr>
          <p:cNvPr id="125" name="文本框 124">
            <a:extLst>
              <a:ext uri="{FF2B5EF4-FFF2-40B4-BE49-F238E27FC236}">
                <a16:creationId xmlns:a16="http://schemas.microsoft.com/office/drawing/2014/main" id="{79EB3877-B1B3-417F-BB46-1F85FECE209C}"/>
              </a:ext>
            </a:extLst>
          </p:cNvPr>
          <p:cNvSpPr txBox="1"/>
          <p:nvPr>
            <p:custDataLst>
              <p:tags r:id="rId10"/>
            </p:custDataLst>
          </p:nvPr>
        </p:nvSpPr>
        <p:spPr>
          <a:xfrm>
            <a:off x="10851544" y="6445021"/>
            <a:ext cx="819150" cy="636588"/>
          </a:xfrm>
          <a:prstGeom prst="rect">
            <a:avLst/>
          </a:prstGeom>
          <a:ln w="6350">
            <a:noFill/>
            <a:miter lim="800000"/>
          </a:ln>
        </p:spPr>
        <p:txBody>
          <a:bodyPr vert="horz" wrap="none" lIns="0" tIns="0" rIns="0" bIns="0" rtlCol="0" anchor="ctr">
            <a:noAutofit/>
          </a:bodyPr>
          <a:lstStyle/>
          <a:p>
            <a:pPr algn="ctr">
              <a:spcBef>
                <a:spcPts val="300"/>
              </a:spcBef>
              <a:spcAft>
                <a:spcPts val="300"/>
              </a:spcAft>
              <a:buNone/>
            </a:pPr>
            <a:r>
              <a:rPr lang="en-US" altLang="zh-CN" sz="4400" b="1" dirty="0">
                <a:solidFill>
                  <a:schemeClr val="tx1">
                    <a:lumMod val="85000"/>
                    <a:lumOff val="15000"/>
                  </a:schemeClr>
                </a:solidFill>
                <a:latin typeface="FZVariable-LanTingHeiK Normal"/>
              </a:rPr>
              <a:t>2.0</a:t>
            </a:r>
            <a:r>
              <a:rPr lang="zh-CN" altLang="en-US" sz="3200" b="1" dirty="0">
                <a:solidFill>
                  <a:schemeClr val="tx1">
                    <a:lumMod val="85000"/>
                    <a:lumOff val="15000"/>
                  </a:schemeClr>
                </a:solidFill>
                <a:latin typeface="FZVariable-LanTingHeiK Normal"/>
              </a:rPr>
              <a:t>倍</a:t>
            </a:r>
            <a:endParaRPr lang="zh-CN" altLang="en-US" sz="3600" b="1" dirty="0">
              <a:solidFill>
                <a:schemeClr val="tx1">
                  <a:lumMod val="85000"/>
                  <a:lumOff val="15000"/>
                </a:schemeClr>
              </a:solidFill>
              <a:latin typeface="FZVariable-LanTingHeiK Normal"/>
            </a:endParaRPr>
          </a:p>
        </p:txBody>
      </p:sp>
      <p:sp>
        <p:nvSpPr>
          <p:cNvPr id="127" name="弧 32">
            <a:extLst>
              <a:ext uri="{FF2B5EF4-FFF2-40B4-BE49-F238E27FC236}">
                <a16:creationId xmlns:a16="http://schemas.microsoft.com/office/drawing/2014/main" id="{56382D4E-3E85-4417-81D4-4AA9B1008D89}"/>
              </a:ext>
            </a:extLst>
          </p:cNvPr>
          <p:cNvSpPr/>
          <p:nvPr>
            <p:custDataLst>
              <p:tags r:id="rId11"/>
            </p:custDataLst>
          </p:nvPr>
        </p:nvSpPr>
        <p:spPr>
          <a:xfrm rot="12498089" flipH="1">
            <a:off x="10980354" y="5565427"/>
            <a:ext cx="1498727" cy="1902065"/>
          </a:xfrm>
          <a:prstGeom prst="arc">
            <a:avLst>
              <a:gd name="adj1" fmla="val 17478403"/>
              <a:gd name="adj2" fmla="val 933892"/>
            </a:avLst>
          </a:prstGeom>
          <a:ln w="19050">
            <a:solidFill>
              <a:srgbClr val="02B851"/>
            </a:solidFill>
            <a:prstDash val="solid"/>
            <a:headEnd type="oval" w="sm" len="sm"/>
            <a:tailEnd type="stealth" w="lg" len="lg"/>
          </a:ln>
          <a:effectLst>
            <a:outerShdw blurRad="63500" dist="88900" dir="2700000" sx="90000" sy="90000" algn="ctr" rotWithShape="0">
              <a:srgbClr val="000000">
                <a:alpha val="18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2400" dirty="0">
              <a:latin typeface="FZVariable-LanTingHeiK Normal"/>
            </a:endParaRPr>
          </a:p>
        </p:txBody>
      </p:sp>
      <p:sp>
        <p:nvSpPr>
          <p:cNvPr id="128" name="文本框 127">
            <a:extLst>
              <a:ext uri="{FF2B5EF4-FFF2-40B4-BE49-F238E27FC236}">
                <a16:creationId xmlns:a16="http://schemas.microsoft.com/office/drawing/2014/main" id="{68B295E0-4F01-4816-A93C-425099076586}"/>
              </a:ext>
            </a:extLst>
          </p:cNvPr>
          <p:cNvSpPr txBox="1"/>
          <p:nvPr>
            <p:custDataLst>
              <p:tags r:id="rId12"/>
            </p:custDataLst>
          </p:nvPr>
        </p:nvSpPr>
        <p:spPr>
          <a:xfrm>
            <a:off x="15461705" y="6383109"/>
            <a:ext cx="725488" cy="685800"/>
          </a:xfrm>
          <a:prstGeom prst="rect">
            <a:avLst/>
          </a:prstGeom>
          <a:ln w="6350">
            <a:noFill/>
            <a:miter lim="800000"/>
          </a:ln>
        </p:spPr>
        <p:txBody>
          <a:bodyPr vert="horz" wrap="none" lIns="0" tIns="0" rIns="0" bIns="0" rtlCol="0" anchor="ctr">
            <a:noAutofit/>
          </a:bodyPr>
          <a:lstStyle/>
          <a:p>
            <a:pPr algn="ctr">
              <a:spcBef>
                <a:spcPts val="300"/>
              </a:spcBef>
              <a:spcAft>
                <a:spcPts val="300"/>
              </a:spcAft>
              <a:buNone/>
            </a:pPr>
            <a:r>
              <a:rPr lang="en-US" altLang="zh-CN" sz="4400" b="1" dirty="0">
                <a:solidFill>
                  <a:schemeClr val="tx1">
                    <a:lumMod val="85000"/>
                    <a:lumOff val="15000"/>
                  </a:schemeClr>
                </a:solidFill>
                <a:latin typeface="FZVariable-LanTingHeiK Normal"/>
              </a:rPr>
              <a:t>3.2</a:t>
            </a:r>
            <a:r>
              <a:rPr lang="zh-CN" altLang="en-US" sz="3200" b="1" dirty="0">
                <a:solidFill>
                  <a:schemeClr val="tx1">
                    <a:lumMod val="85000"/>
                    <a:lumOff val="15000"/>
                  </a:schemeClr>
                </a:solidFill>
                <a:latin typeface="FZVariable-LanTingHeiK Normal"/>
              </a:rPr>
              <a:t>倍</a:t>
            </a:r>
            <a:endParaRPr lang="zh-CN" altLang="en-US" sz="4400" b="1" dirty="0">
              <a:solidFill>
                <a:schemeClr val="tx1">
                  <a:lumMod val="85000"/>
                  <a:lumOff val="15000"/>
                </a:schemeClr>
              </a:solidFill>
              <a:latin typeface="FZVariable-LanTingHeiK Normal"/>
            </a:endParaRPr>
          </a:p>
        </p:txBody>
      </p:sp>
      <p:sp>
        <p:nvSpPr>
          <p:cNvPr id="129" name="弧 32">
            <a:extLst>
              <a:ext uri="{FF2B5EF4-FFF2-40B4-BE49-F238E27FC236}">
                <a16:creationId xmlns:a16="http://schemas.microsoft.com/office/drawing/2014/main" id="{D948C981-6596-42EF-9067-0837D33BF296}"/>
              </a:ext>
            </a:extLst>
          </p:cNvPr>
          <p:cNvSpPr/>
          <p:nvPr>
            <p:custDataLst>
              <p:tags r:id="rId13"/>
            </p:custDataLst>
          </p:nvPr>
        </p:nvSpPr>
        <p:spPr>
          <a:xfrm rot="12498089" flipH="1">
            <a:off x="14782197" y="4969182"/>
            <a:ext cx="2156550" cy="2732604"/>
          </a:xfrm>
          <a:prstGeom prst="arc">
            <a:avLst>
              <a:gd name="adj1" fmla="val 17480242"/>
              <a:gd name="adj2" fmla="val 932489"/>
            </a:avLst>
          </a:prstGeom>
          <a:ln w="19050">
            <a:solidFill>
              <a:srgbClr val="02B851"/>
            </a:solidFill>
            <a:prstDash val="solid"/>
            <a:headEnd type="oval" w="sm" len="sm"/>
            <a:tailEnd type="stealth" w="lg" len="lg"/>
          </a:ln>
          <a:effectLst>
            <a:outerShdw blurRad="63500" dist="88900" dir="2700000" sx="90000" sy="90000" algn="ctr" rotWithShape="0">
              <a:srgbClr val="000000">
                <a:alpha val="18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2400" dirty="0">
              <a:latin typeface="FZVariable-LanTingHeiK Normal"/>
            </a:endParaRPr>
          </a:p>
        </p:txBody>
      </p:sp>
      <p:sp>
        <p:nvSpPr>
          <p:cNvPr id="91" name="文本框 90">
            <a:extLst>
              <a:ext uri="{FF2B5EF4-FFF2-40B4-BE49-F238E27FC236}">
                <a16:creationId xmlns:a16="http://schemas.microsoft.com/office/drawing/2014/main" id="{6E47BA63-9B85-4960-BD36-BFADA7935F64}"/>
              </a:ext>
            </a:extLst>
          </p:cNvPr>
          <p:cNvSpPr txBox="1"/>
          <p:nvPr/>
        </p:nvSpPr>
        <p:spPr>
          <a:xfrm>
            <a:off x="11029848" y="4060825"/>
            <a:ext cx="7040389" cy="400110"/>
          </a:xfrm>
          <a:prstGeom prst="rect">
            <a:avLst/>
          </a:prstGeom>
          <a:noFill/>
        </p:spPr>
        <p:txBody>
          <a:bodyPr wrap="none" rtlCol="0">
            <a:spAutoFit/>
          </a:bodyPr>
          <a:lstStyle>
            <a:defPPr>
              <a:defRPr kern="0"/>
            </a:defPPr>
            <a:lvl1pPr>
              <a:defRPr sz="2800" b="1" spc="-20">
                <a:solidFill>
                  <a:schemeClr val="tx1"/>
                </a:solidFill>
                <a:ea typeface="阿里巴巴普惠体 3.0 105 Heavy" panose="00020600040101010101" charset="-122"/>
              </a:defRPr>
            </a:lvl1pPr>
          </a:lstStyle>
          <a:p>
            <a:r>
              <a:rPr lang="zh-CN" altLang="en-US" sz="2000" b="0" dirty="0">
                <a:latin typeface="FZVariable-LanTingHeiK Normal" panose="02000600000000000000" pitchFamily="2" charset="-122"/>
                <a:ea typeface="FZVariable-LanTingHeiK Normal" panose="02000600000000000000" pitchFamily="2" charset="-122"/>
              </a:rPr>
              <a:t>口碑通触达过的人群转化效率更高；越接近成交，效果越明显</a:t>
            </a:r>
          </a:p>
        </p:txBody>
      </p:sp>
      <p:sp>
        <p:nvSpPr>
          <p:cNvPr id="13" name="文本框 12">
            <a:extLst>
              <a:ext uri="{FF2B5EF4-FFF2-40B4-BE49-F238E27FC236}">
                <a16:creationId xmlns:a16="http://schemas.microsoft.com/office/drawing/2014/main" id="{0ABA25E6-D63B-482D-8A24-888DB576B8C4}"/>
              </a:ext>
            </a:extLst>
          </p:cNvPr>
          <p:cNvSpPr txBox="1"/>
          <p:nvPr/>
        </p:nvSpPr>
        <p:spPr>
          <a:xfrm>
            <a:off x="3910514" y="10602821"/>
            <a:ext cx="5588310" cy="307777"/>
          </a:xfrm>
          <a:prstGeom prst="rect">
            <a:avLst/>
          </a:prstGeom>
          <a:noFill/>
        </p:spPr>
        <p:txBody>
          <a:bodyPr wrap="square" rtlCol="0">
            <a:spAutoFit/>
          </a:bodyPr>
          <a:lstStyle/>
          <a:p>
            <a:r>
              <a:rPr lang="en-US" altLang="zh-CN" sz="1400" dirty="0"/>
              <a:t>*</a:t>
            </a:r>
            <a:r>
              <a:rPr lang="zh-CN" altLang="en-US" sz="1400" dirty="0"/>
              <a:t>注：车主口碑为被口碑通加热过的</a:t>
            </a:r>
            <a:r>
              <a:rPr lang="en-US" altLang="zh-CN" sz="1400" dirty="0"/>
              <a:t>UGC</a:t>
            </a:r>
            <a:r>
              <a:rPr lang="zh-CN" altLang="en-US" sz="1400" dirty="0"/>
              <a:t>，不包含自然流</a:t>
            </a:r>
            <a:r>
              <a:rPr lang="en-US" altLang="zh-CN" sz="1400" dirty="0"/>
              <a:t>UGC</a:t>
            </a:r>
            <a:endParaRPr lang="zh-CN" altLang="en-US" sz="1400" dirty="0"/>
          </a:p>
        </p:txBody>
      </p:sp>
      <p:sp>
        <p:nvSpPr>
          <p:cNvPr id="79" name="矩形: 圆角 16">
            <a:extLst>
              <a:ext uri="{FF2B5EF4-FFF2-40B4-BE49-F238E27FC236}">
                <a16:creationId xmlns:a16="http://schemas.microsoft.com/office/drawing/2014/main" id="{AD402C24-BF35-4CC5-AD06-8D03C7187332}"/>
              </a:ext>
            </a:extLst>
          </p:cNvPr>
          <p:cNvSpPr/>
          <p:nvPr/>
        </p:nvSpPr>
        <p:spPr>
          <a:xfrm>
            <a:off x="1173163" y="3258492"/>
            <a:ext cx="2651125" cy="537222"/>
          </a:xfrm>
          <a:prstGeom prst="roundRect">
            <a:avLst>
              <a:gd name="adj" fmla="val 50000"/>
            </a:avLst>
          </a:prstGeom>
          <a:solidFill>
            <a:srgbClr val="06B85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12700" algn="ctr">
              <a:spcBef>
                <a:spcPts val="110"/>
              </a:spcBef>
            </a:pPr>
            <a:r>
              <a:rPr lang="zh-CN" altLang="en-US" sz="2400" b="1" spc="-20" dirty="0">
                <a:solidFill>
                  <a:schemeClr val="tx1"/>
                </a:solidFill>
                <a:ea typeface="阿里巴巴普惠体 3.0 105 Heavy" panose="00020600040101010101" charset="-122"/>
              </a:rPr>
              <a:t>口碑关注</a:t>
            </a:r>
          </a:p>
        </p:txBody>
      </p:sp>
      <p:sp>
        <p:nvSpPr>
          <p:cNvPr id="80" name="矩形: 圆角 16">
            <a:extLst>
              <a:ext uri="{FF2B5EF4-FFF2-40B4-BE49-F238E27FC236}">
                <a16:creationId xmlns:a16="http://schemas.microsoft.com/office/drawing/2014/main" id="{AD6CF045-0D09-465D-900D-E10678DDB7BB}"/>
              </a:ext>
            </a:extLst>
          </p:cNvPr>
          <p:cNvSpPr/>
          <p:nvPr/>
        </p:nvSpPr>
        <p:spPr>
          <a:xfrm>
            <a:off x="10035835" y="3256905"/>
            <a:ext cx="2651125" cy="537221"/>
          </a:xfrm>
          <a:prstGeom prst="roundRect">
            <a:avLst>
              <a:gd name="adj" fmla="val 50000"/>
            </a:avLst>
          </a:prstGeom>
          <a:solidFill>
            <a:srgbClr val="06B85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12700" algn="ctr">
              <a:lnSpc>
                <a:spcPct val="100000"/>
              </a:lnSpc>
              <a:spcBef>
                <a:spcPts val="110"/>
              </a:spcBef>
            </a:pPr>
            <a:r>
              <a:rPr lang="zh-CN" altLang="en-US" sz="2400" b="1" spc="-20" dirty="0">
                <a:solidFill>
                  <a:schemeClr val="tx1"/>
                </a:solidFill>
                <a:ea typeface="阿里巴巴普惠体 3.0 105 Heavy" panose="00020600040101010101" charset="-122"/>
              </a:rPr>
              <a:t>口碑通强转化</a:t>
            </a:r>
          </a:p>
        </p:txBody>
      </p:sp>
      <p:sp>
        <p:nvSpPr>
          <p:cNvPr id="81" name="object 36">
            <a:extLst>
              <a:ext uri="{FF2B5EF4-FFF2-40B4-BE49-F238E27FC236}">
                <a16:creationId xmlns:a16="http://schemas.microsoft.com/office/drawing/2014/main" id="{090E8E5B-A545-4FBF-9829-DDAB3DA81E5C}"/>
              </a:ext>
            </a:extLst>
          </p:cNvPr>
          <p:cNvSpPr/>
          <p:nvPr/>
        </p:nvSpPr>
        <p:spPr>
          <a:xfrm>
            <a:off x="770894" y="10532473"/>
            <a:ext cx="18562320" cy="0"/>
          </a:xfrm>
          <a:custGeom>
            <a:avLst/>
            <a:gdLst/>
            <a:ahLst/>
            <a:cxnLst/>
            <a:rect l="l" t="t" r="r" b="b"/>
            <a:pathLst>
              <a:path w="18562320">
                <a:moveTo>
                  <a:pt x="0" y="0"/>
                </a:moveTo>
                <a:lnTo>
                  <a:pt x="18562314" y="0"/>
                </a:lnTo>
              </a:path>
            </a:pathLst>
          </a:custGeom>
          <a:ln w="3175">
            <a:solidFill>
              <a:srgbClr val="333333"/>
            </a:solidFill>
          </a:ln>
        </p:spPr>
        <p:txBody>
          <a:bodyPr wrap="square" lIns="0" tIns="0" rIns="0" bIns="0" rtlCol="0"/>
          <a:lstStyle/>
          <a:p>
            <a:endParaRPr/>
          </a:p>
        </p:txBody>
      </p:sp>
      <p:graphicFrame>
        <p:nvGraphicFramePr>
          <p:cNvPr id="51" name="图表 50">
            <a:extLst>
              <a:ext uri="{FF2B5EF4-FFF2-40B4-BE49-F238E27FC236}">
                <a16:creationId xmlns:a16="http://schemas.microsoft.com/office/drawing/2014/main" id="{BFF4E2E6-4556-404C-84D2-D5505328DE4F}"/>
              </a:ext>
            </a:extLst>
          </p:cNvPr>
          <p:cNvGraphicFramePr/>
          <p:nvPr>
            <p:extLst>
              <p:ext uri="{D42A27DB-BD31-4B8C-83A1-F6EECF244321}">
                <p14:modId xmlns:p14="http://schemas.microsoft.com/office/powerpoint/2010/main" val="3262628227"/>
              </p:ext>
            </p:extLst>
          </p:nvPr>
        </p:nvGraphicFramePr>
        <p:xfrm>
          <a:off x="-387350" y="3673475"/>
          <a:ext cx="11164570" cy="2640417"/>
        </p:xfrm>
        <a:graphic>
          <a:graphicData uri="http://schemas.openxmlformats.org/drawingml/2006/chart">
            <c:chart xmlns:c="http://schemas.openxmlformats.org/drawingml/2006/chart" xmlns:r="http://schemas.openxmlformats.org/officeDocument/2006/relationships" r:id="rId25"/>
          </a:graphicData>
        </a:graphic>
      </p:graphicFrame>
      <p:sp>
        <p:nvSpPr>
          <p:cNvPr id="54" name="文本框 53">
            <a:extLst>
              <a:ext uri="{FF2B5EF4-FFF2-40B4-BE49-F238E27FC236}">
                <a16:creationId xmlns:a16="http://schemas.microsoft.com/office/drawing/2014/main" id="{698651CD-9E7F-411B-B35B-A63C462C14E4}"/>
              </a:ext>
            </a:extLst>
          </p:cNvPr>
          <p:cNvSpPr txBox="1"/>
          <p:nvPr/>
        </p:nvSpPr>
        <p:spPr>
          <a:xfrm>
            <a:off x="2040380" y="6318500"/>
            <a:ext cx="2245411" cy="523220"/>
          </a:xfrm>
          <a:prstGeom prst="rect">
            <a:avLst/>
          </a:prstGeom>
          <a:noFill/>
        </p:spPr>
        <p:txBody>
          <a:bodyPr wrap="square">
            <a:spAutoFit/>
          </a:bodyPr>
          <a:lstStyle/>
          <a:p>
            <a:pPr algn="ctr"/>
            <a:r>
              <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rPr>
              <a:t>「兴趣</a:t>
            </a:r>
            <a:r>
              <a:rPr lang="en-US" altLang="zh-CN" sz="1400" dirty="0">
                <a:solidFill>
                  <a:schemeClr val="bg1">
                    <a:lumMod val="50000"/>
                  </a:schemeClr>
                </a:solidFill>
                <a:latin typeface="FZVariable-LanTingHeiK Normal" panose="02000600000000000000" pitchFamily="2" charset="-122"/>
                <a:ea typeface="FZVariable-LanTingHeiK Normal" panose="02000600000000000000" pitchFamily="2" charset="-122"/>
              </a:rPr>
              <a:t>-</a:t>
            </a:r>
            <a:r>
              <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rPr>
              <a:t>留资」阶段</a:t>
            </a:r>
            <a:endParaRPr lang="en-US" altLang="zh-CN" sz="1400" dirty="0">
              <a:solidFill>
                <a:schemeClr val="bg1">
                  <a:lumMod val="50000"/>
                </a:schemeClr>
              </a:solidFill>
              <a:latin typeface="FZVariable-LanTingHeiK Normal" panose="02000600000000000000" pitchFamily="2" charset="-122"/>
              <a:ea typeface="FZVariable-LanTingHeiK Normal" panose="02000600000000000000" pitchFamily="2" charset="-122"/>
            </a:endParaRPr>
          </a:p>
          <a:p>
            <a:pPr algn="ctr"/>
            <a:r>
              <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rPr>
              <a:t>口碑关注占比</a:t>
            </a:r>
          </a:p>
        </p:txBody>
      </p:sp>
      <p:sp>
        <p:nvSpPr>
          <p:cNvPr id="55" name="文本框 54">
            <a:extLst>
              <a:ext uri="{FF2B5EF4-FFF2-40B4-BE49-F238E27FC236}">
                <a16:creationId xmlns:a16="http://schemas.microsoft.com/office/drawing/2014/main" id="{F7B96C17-BC95-4960-A2A4-09FEDE2E79B2}"/>
              </a:ext>
            </a:extLst>
          </p:cNvPr>
          <p:cNvSpPr txBox="1"/>
          <p:nvPr/>
        </p:nvSpPr>
        <p:spPr>
          <a:xfrm>
            <a:off x="6135052" y="6255883"/>
            <a:ext cx="2154826" cy="738664"/>
          </a:xfrm>
          <a:prstGeom prst="rect">
            <a:avLst/>
          </a:prstGeom>
          <a:noFill/>
        </p:spPr>
        <p:txBody>
          <a:bodyPr wrap="square">
            <a:spAutoFit/>
          </a:bodyPr>
          <a:lstStyle/>
          <a:p>
            <a:pPr algn="ctr"/>
            <a:r>
              <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rPr>
              <a:t>「试驾</a:t>
            </a:r>
            <a:r>
              <a:rPr lang="en-US" altLang="zh-CN" sz="1400" dirty="0">
                <a:solidFill>
                  <a:schemeClr val="bg1">
                    <a:lumMod val="50000"/>
                  </a:schemeClr>
                </a:solidFill>
                <a:latin typeface="FZVariable-LanTingHeiK Normal" panose="02000600000000000000" pitchFamily="2" charset="-122"/>
                <a:ea typeface="FZVariable-LanTingHeiK Normal" panose="02000600000000000000" pitchFamily="2" charset="-122"/>
              </a:rPr>
              <a:t>-</a:t>
            </a:r>
            <a:r>
              <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rPr>
              <a:t>成交」阶段</a:t>
            </a:r>
            <a:endParaRPr lang="en-US" altLang="zh-CN" sz="1400" dirty="0">
              <a:solidFill>
                <a:schemeClr val="bg1">
                  <a:lumMod val="50000"/>
                </a:schemeClr>
              </a:solidFill>
              <a:latin typeface="FZVariable-LanTingHeiK Normal" panose="02000600000000000000" pitchFamily="2" charset="-122"/>
              <a:ea typeface="FZVariable-LanTingHeiK Normal" panose="02000600000000000000" pitchFamily="2" charset="-122"/>
            </a:endParaRPr>
          </a:p>
          <a:p>
            <a:pPr algn="ctr"/>
            <a:r>
              <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rPr>
              <a:t>口碑关注占比</a:t>
            </a:r>
          </a:p>
          <a:p>
            <a:pPr algn="ctr"/>
            <a:endParaRPr lang="zh-CN" altLang="en-US" sz="1400" dirty="0">
              <a:solidFill>
                <a:schemeClr val="bg1">
                  <a:lumMod val="50000"/>
                </a:schemeClr>
              </a:solidFill>
              <a:latin typeface="FZVariable-LanTingHeiK Normal" panose="02000600000000000000" pitchFamily="2" charset="-122"/>
              <a:ea typeface="FZVariable-LanTingHeiK Normal" panose="02000600000000000000" pitchFamily="2" charset="-122"/>
            </a:endParaRPr>
          </a:p>
        </p:txBody>
      </p:sp>
      <p:grpSp>
        <p:nvGrpSpPr>
          <p:cNvPr id="56" name="组合 55">
            <a:extLst>
              <a:ext uri="{FF2B5EF4-FFF2-40B4-BE49-F238E27FC236}">
                <a16:creationId xmlns:a16="http://schemas.microsoft.com/office/drawing/2014/main" id="{6CF29597-BE36-433A-AED3-82998D56B6BE}"/>
              </a:ext>
            </a:extLst>
          </p:cNvPr>
          <p:cNvGrpSpPr/>
          <p:nvPr/>
        </p:nvGrpSpPr>
        <p:grpSpPr>
          <a:xfrm>
            <a:off x="4813520" y="5237105"/>
            <a:ext cx="742969" cy="742968"/>
            <a:chOff x="9039529" y="5661894"/>
            <a:chExt cx="450569" cy="450568"/>
          </a:xfrm>
        </p:grpSpPr>
        <p:sp>
          <p:nvSpPr>
            <p:cNvPr id="57" name="Oval 29">
              <a:extLst>
                <a:ext uri="{FF2B5EF4-FFF2-40B4-BE49-F238E27FC236}">
                  <a16:creationId xmlns:a16="http://schemas.microsoft.com/office/drawing/2014/main" id="{FF1D2205-DFA4-4DDB-B4D3-1793973CAF56}"/>
                </a:ext>
              </a:extLst>
            </p:cNvPr>
            <p:cNvSpPr/>
            <p:nvPr/>
          </p:nvSpPr>
          <p:spPr>
            <a:xfrm rot="16200000">
              <a:off x="9039530" y="5661894"/>
              <a:ext cx="450568" cy="450568"/>
            </a:xfrm>
            <a:prstGeom prst="ellipse">
              <a:avLst/>
            </a:prstGeom>
            <a:solidFill>
              <a:schemeClr val="bg1">
                <a:alpha val="0"/>
              </a:schemeClr>
            </a:solidFill>
            <a:ln w="12700">
              <a:solidFill>
                <a:srgbClr val="0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latin typeface="FZVariable-LanTingHeiK Normal" panose="02000600000000000000"/>
                <a:ea typeface="FZVariable-LanTingHeiK Normal" panose="02000600000000000000"/>
              </a:endParaRPr>
            </a:p>
          </p:txBody>
        </p:sp>
        <p:sp>
          <p:nvSpPr>
            <p:cNvPr id="58" name="文本框 57">
              <a:extLst>
                <a:ext uri="{FF2B5EF4-FFF2-40B4-BE49-F238E27FC236}">
                  <a16:creationId xmlns:a16="http://schemas.microsoft.com/office/drawing/2014/main" id="{13CB968C-5173-4DF2-9CE8-2B4E507D6C52}"/>
                </a:ext>
              </a:extLst>
            </p:cNvPr>
            <p:cNvSpPr txBox="1"/>
            <p:nvPr/>
          </p:nvSpPr>
          <p:spPr>
            <a:xfrm>
              <a:off x="9039529" y="5759303"/>
              <a:ext cx="446217" cy="271497"/>
            </a:xfrm>
            <a:prstGeom prst="rect">
              <a:avLst/>
            </a:prstGeom>
            <a:noFill/>
          </p:spPr>
          <p:txBody>
            <a:bodyPr wrap="square">
              <a:spAutoFit/>
            </a:bodyPr>
            <a:lstStyle/>
            <a:p>
              <a:pPr algn="ctr" defTabSz="1507846">
                <a:defRPr/>
              </a:pPr>
              <a:r>
                <a:rPr lang="en-US" altLang="zh-CN" sz="2309" dirty="0">
                  <a:solidFill>
                    <a:schemeClr val="tx1"/>
                  </a:solidFill>
                  <a:latin typeface="FZVariable-LanTingHeiK Normal" panose="02000600000000000000"/>
                  <a:ea typeface="FZVariable-LanTingHeiK Normal" panose="02000600000000000000"/>
                </a:rPr>
                <a:t>VS</a:t>
              </a:r>
            </a:p>
          </p:txBody>
        </p:sp>
      </p:grpSp>
      <p:sp>
        <p:nvSpPr>
          <p:cNvPr id="59" name="文本框 58">
            <a:extLst>
              <a:ext uri="{FF2B5EF4-FFF2-40B4-BE49-F238E27FC236}">
                <a16:creationId xmlns:a16="http://schemas.microsoft.com/office/drawing/2014/main" id="{9E8610F4-CF17-49DB-B0D7-355E18C6871A}"/>
              </a:ext>
            </a:extLst>
          </p:cNvPr>
          <p:cNvSpPr txBox="1"/>
          <p:nvPr/>
        </p:nvSpPr>
        <p:spPr>
          <a:xfrm>
            <a:off x="1398116" y="3987625"/>
            <a:ext cx="7978310" cy="523220"/>
          </a:xfrm>
          <a:prstGeom prst="rect">
            <a:avLst/>
          </a:prstGeom>
          <a:noFill/>
        </p:spPr>
        <p:txBody>
          <a:bodyPr wrap="square">
            <a:spAutoFit/>
          </a:bodyPr>
          <a:lstStyle/>
          <a:p>
            <a:pPr>
              <a:spcAft>
                <a:spcPts val="989"/>
              </a:spcAft>
              <a:buSzPct val="100000"/>
            </a:pPr>
            <a:r>
              <a:rPr lang="zh-CN" altLang="en-US" sz="2000" spc="-20" dirty="0">
                <a:solidFill>
                  <a:schemeClr val="tx1"/>
                </a:solidFill>
                <a:latin typeface="FZVariable-LanTingHeiK Normal" panose="02000600000000000000" pitchFamily="2" charset="-122"/>
                <a:ea typeface="FZVariable-LanTingHeiK Normal" panose="02000600000000000000" pitchFamily="2" charset="-122"/>
              </a:rPr>
              <a:t>「试驾</a:t>
            </a:r>
            <a:r>
              <a:rPr lang="en-US" altLang="zh-CN" sz="2000" spc="-20" dirty="0">
                <a:solidFill>
                  <a:schemeClr val="tx1"/>
                </a:solidFill>
                <a:latin typeface="FZVariable-LanTingHeiK Normal" panose="02000600000000000000" pitchFamily="2" charset="-122"/>
                <a:ea typeface="FZVariable-LanTingHeiK Normal" panose="02000600000000000000" pitchFamily="2" charset="-122"/>
              </a:rPr>
              <a:t>-</a:t>
            </a:r>
            <a:r>
              <a:rPr lang="zh-CN" altLang="en-US" sz="2000" spc="-20" dirty="0">
                <a:solidFill>
                  <a:schemeClr val="tx1"/>
                </a:solidFill>
                <a:latin typeface="FZVariable-LanTingHeiK Normal" panose="02000600000000000000" pitchFamily="2" charset="-122"/>
                <a:ea typeface="FZVariable-LanTingHeiK Normal" panose="02000600000000000000" pitchFamily="2" charset="-122"/>
              </a:rPr>
              <a:t>成交」阶段对口碑的关注是「兴趣</a:t>
            </a:r>
            <a:r>
              <a:rPr lang="en-US" altLang="zh-CN" sz="2000" spc="-20" dirty="0">
                <a:solidFill>
                  <a:schemeClr val="tx1"/>
                </a:solidFill>
                <a:latin typeface="FZVariable-LanTingHeiK Normal" panose="02000600000000000000" pitchFamily="2" charset="-122"/>
                <a:ea typeface="FZVariable-LanTingHeiK Normal" panose="02000600000000000000" pitchFamily="2" charset="-122"/>
              </a:rPr>
              <a:t>-</a:t>
            </a:r>
            <a:r>
              <a:rPr lang="zh-CN" altLang="en-US" sz="2000" spc="-20" dirty="0">
                <a:solidFill>
                  <a:schemeClr val="tx1"/>
                </a:solidFill>
                <a:latin typeface="FZVariable-LanTingHeiK Normal" panose="02000600000000000000" pitchFamily="2" charset="-122"/>
                <a:ea typeface="FZVariable-LanTingHeiK Normal" panose="02000600000000000000" pitchFamily="2" charset="-122"/>
              </a:rPr>
              <a:t>留资」阶段的</a:t>
            </a:r>
            <a:r>
              <a:rPr lang="en-US" altLang="zh-CN" sz="2800" b="1" dirty="0">
                <a:solidFill>
                  <a:srgbClr val="02B851"/>
                </a:solidFill>
                <a:latin typeface="FZVariable-LanTingHeiK Normal" panose="02000600000000000000" pitchFamily="2" charset="-122"/>
                <a:ea typeface="FZVariable-LanTingHeiK Normal" panose="02000600000000000000" pitchFamily="2" charset="-122"/>
              </a:rPr>
              <a:t>2</a:t>
            </a:r>
            <a:r>
              <a:rPr lang="zh-CN" altLang="en-US" sz="2800" b="1" dirty="0">
                <a:solidFill>
                  <a:srgbClr val="06B851"/>
                </a:solidFill>
                <a:latin typeface="FZVariable-LanTingHeiK Normal" panose="02000600000000000000" pitchFamily="2" charset="-122"/>
                <a:ea typeface="FZVariable-LanTingHeiK Normal" panose="02000600000000000000" pitchFamily="2" charset="-122"/>
              </a:rPr>
              <a:t>倍</a:t>
            </a:r>
          </a:p>
        </p:txBody>
      </p:sp>
      <p:grpSp>
        <p:nvGrpSpPr>
          <p:cNvPr id="9" name="组合 8">
            <a:extLst>
              <a:ext uri="{FF2B5EF4-FFF2-40B4-BE49-F238E27FC236}">
                <a16:creationId xmlns:a16="http://schemas.microsoft.com/office/drawing/2014/main" id="{7ED36A38-BEFC-441B-AACD-2644FFFB5138}"/>
              </a:ext>
            </a:extLst>
          </p:cNvPr>
          <p:cNvGrpSpPr/>
          <p:nvPr/>
        </p:nvGrpSpPr>
        <p:grpSpPr>
          <a:xfrm>
            <a:off x="1412753" y="7164076"/>
            <a:ext cx="7476392" cy="2300901"/>
            <a:chOff x="1297122" y="7323443"/>
            <a:chExt cx="7858085" cy="2418369"/>
          </a:xfrm>
        </p:grpSpPr>
        <p:pic>
          <p:nvPicPr>
            <p:cNvPr id="60" name="图片 59">
              <a:extLst>
                <a:ext uri="{FF2B5EF4-FFF2-40B4-BE49-F238E27FC236}">
                  <a16:creationId xmlns:a16="http://schemas.microsoft.com/office/drawing/2014/main" id="{19FA9B33-794D-4065-84F9-9BF38CBC8482}"/>
                </a:ext>
              </a:extLst>
            </p:cNvPr>
            <p:cNvPicPr>
              <a:picLocks noChangeAspect="1"/>
            </p:cNvPicPr>
            <p:nvPr/>
          </p:nvPicPr>
          <p:blipFill rotWithShape="1">
            <a:blip r:embed="rId26" cstate="print">
              <a:extLst>
                <a:ext uri="{28A0092B-C50C-407E-A947-70E740481C1C}">
                  <a14:useLocalDpi xmlns:a14="http://schemas.microsoft.com/office/drawing/2010/main" val="0"/>
                </a:ext>
              </a:extLst>
            </a:blip>
            <a:srcRect l="1466" t="3878" b="28525"/>
            <a:stretch/>
          </p:blipFill>
          <p:spPr>
            <a:xfrm>
              <a:off x="1297122" y="7323443"/>
              <a:ext cx="1936573" cy="2418369"/>
            </a:xfrm>
            <a:prstGeom prst="roundRect">
              <a:avLst>
                <a:gd name="adj" fmla="val 15776"/>
              </a:avLst>
            </a:prstGeom>
            <a:solidFill>
              <a:srgbClr val="FFFFFF">
                <a:shade val="85000"/>
              </a:srgbClr>
            </a:solidFill>
            <a:ln w="19050">
              <a:solidFill>
                <a:srgbClr val="5AE093"/>
              </a:solidFill>
            </a:ln>
            <a:effectLst>
              <a:reflection endPos="0" dist="5000" dir="5400000" sy="-100000" algn="bl" rotWithShape="0"/>
            </a:effectLst>
          </p:spPr>
        </p:pic>
        <p:pic>
          <p:nvPicPr>
            <p:cNvPr id="4" name="图片 3">
              <a:extLst>
                <a:ext uri="{FF2B5EF4-FFF2-40B4-BE49-F238E27FC236}">
                  <a16:creationId xmlns:a16="http://schemas.microsoft.com/office/drawing/2014/main" id="{3E7AEDF5-98AF-4713-B835-A43ABDFAABA7}"/>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3379001" y="7323443"/>
              <a:ext cx="1823546" cy="2418369"/>
            </a:xfrm>
            <a:prstGeom prst="roundRect">
              <a:avLst>
                <a:gd name="adj" fmla="val 15776"/>
              </a:avLst>
            </a:prstGeom>
            <a:solidFill>
              <a:srgbClr val="FFFFFF">
                <a:shade val="85000"/>
              </a:srgbClr>
            </a:solidFill>
            <a:ln w="19050">
              <a:solidFill>
                <a:srgbClr val="5AE093"/>
              </a:solidFill>
            </a:ln>
            <a:effectLst>
              <a:reflection endPos="0" dist="5000" dir="5400000" sy="-100000" algn="bl" rotWithShape="0"/>
            </a:effectLst>
          </p:spPr>
        </p:pic>
        <p:pic>
          <p:nvPicPr>
            <p:cNvPr id="6" name="图片 5">
              <a:extLst>
                <a:ext uri="{FF2B5EF4-FFF2-40B4-BE49-F238E27FC236}">
                  <a16:creationId xmlns:a16="http://schemas.microsoft.com/office/drawing/2014/main" id="{1F43158F-3062-4CE9-B2D9-486940485732}"/>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5346000" y="7323443"/>
              <a:ext cx="1829018" cy="2418369"/>
            </a:xfrm>
            <a:prstGeom prst="roundRect">
              <a:avLst>
                <a:gd name="adj" fmla="val 15776"/>
              </a:avLst>
            </a:prstGeom>
            <a:solidFill>
              <a:srgbClr val="FFFFFF">
                <a:shade val="85000"/>
              </a:srgbClr>
            </a:solidFill>
            <a:ln w="19050">
              <a:solidFill>
                <a:srgbClr val="5AE093"/>
              </a:solidFill>
            </a:ln>
            <a:effectLst>
              <a:reflection endPos="0" dist="5000" dir="5400000" sy="-100000" algn="bl" rotWithShape="0"/>
            </a:effectLst>
          </p:spPr>
        </p:pic>
        <p:pic>
          <p:nvPicPr>
            <p:cNvPr id="8" name="图片 7">
              <a:extLst>
                <a:ext uri="{FF2B5EF4-FFF2-40B4-BE49-F238E27FC236}">
                  <a16:creationId xmlns:a16="http://schemas.microsoft.com/office/drawing/2014/main" id="{214D7F75-0A00-4A89-A798-13076DF52AAE}"/>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7318471" y="7323443"/>
              <a:ext cx="1836736" cy="2418369"/>
            </a:xfrm>
            <a:prstGeom prst="roundRect">
              <a:avLst>
                <a:gd name="adj" fmla="val 15776"/>
              </a:avLst>
            </a:prstGeom>
            <a:solidFill>
              <a:srgbClr val="FFFFFF">
                <a:shade val="85000"/>
              </a:srgbClr>
            </a:solidFill>
            <a:ln w="19050">
              <a:solidFill>
                <a:srgbClr val="5AE093"/>
              </a:solidFill>
            </a:ln>
            <a:effectLst>
              <a:reflection endPos="0" dist="5000" dir="5400000" sy="-100000" algn="bl" rotWithShape="0"/>
            </a:effectLst>
          </p:spPr>
        </p:pic>
      </p:grpSp>
      <p:sp>
        <p:nvSpPr>
          <p:cNvPr id="5" name="object 3">
            <a:extLst>
              <a:ext uri="{FF2B5EF4-FFF2-40B4-BE49-F238E27FC236}">
                <a16:creationId xmlns:a16="http://schemas.microsoft.com/office/drawing/2014/main" id="{97DC0D4F-ED87-2B6F-7C66-539CB99B31BF}"/>
              </a:ext>
            </a:extLst>
          </p:cNvPr>
          <p:cNvSpPr txBox="1">
            <a:spLocks/>
          </p:cNvSpPr>
          <p:nvPr/>
        </p:nvSpPr>
        <p:spPr>
          <a:xfrm>
            <a:off x="958136" y="2143420"/>
            <a:ext cx="18428414" cy="691855"/>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4400" b="0" spc="195" dirty="0">
                <a:solidFill>
                  <a:schemeClr val="tx1"/>
                </a:solidFill>
                <a:latin typeface="FZVariable-LanTingHeiK DemiBold" panose="02000600000000000000" pitchFamily="2" charset="-122"/>
                <a:ea typeface="FZVariable-LanTingHeiK DemiBold" panose="02000600000000000000" pitchFamily="2" charset="-122"/>
              </a:rPr>
              <a:t>口碑影响力随决策进程持续增强，触达转化率显著提升</a:t>
            </a:r>
          </a:p>
        </p:txBody>
      </p:sp>
      <p:sp>
        <p:nvSpPr>
          <p:cNvPr id="7" name="object 10">
            <a:extLst>
              <a:ext uri="{FF2B5EF4-FFF2-40B4-BE49-F238E27FC236}">
                <a16:creationId xmlns:a16="http://schemas.microsoft.com/office/drawing/2014/main" id="{946122B5-D166-9977-B76C-90EC10FCCB04}"/>
              </a:ext>
            </a:extLst>
          </p:cNvPr>
          <p:cNvSpPr txBox="1">
            <a:spLocks/>
          </p:cNvSpPr>
          <p:nvPr/>
        </p:nvSpPr>
        <p:spPr>
          <a:xfrm>
            <a:off x="980779" y="1601555"/>
            <a:ext cx="4031615" cy="445634"/>
          </a:xfrm>
          <a:prstGeom prst="rect">
            <a:avLst/>
          </a:prstGeom>
        </p:spPr>
        <p:txBody>
          <a:bodyPr vert="horz" wrap="square" lIns="0" tIns="14604" rIns="0" bIns="0" rtlCol="0">
            <a:spAutoFit/>
          </a:bodyPr>
          <a:lstStyle>
            <a:lvl1pPr>
              <a:defRPr sz="13550" b="1" i="0">
                <a:solidFill>
                  <a:srgbClr val="1A1A1A"/>
                </a:solidFill>
                <a:latin typeface="阿里巴巴普惠体 3.0 105 Heavy" panose="00020600040101010101" charset="-122"/>
                <a:ea typeface="+mj-ea"/>
                <a:cs typeface="阿里巴巴普惠体 3.0 105 Heavy" panose="00020600040101010101" charset="-122"/>
              </a:defRPr>
            </a:lvl1pPr>
          </a:lstStyle>
          <a:p>
            <a:pPr marL="12700">
              <a:spcBef>
                <a:spcPts val="115"/>
              </a:spcBef>
            </a:pPr>
            <a:r>
              <a:rPr lang="zh-CN" altLang="en-US" sz="2800" spc="195" dirty="0">
                <a:solidFill>
                  <a:schemeClr val="bg1">
                    <a:lumMod val="65000"/>
                  </a:schemeClr>
                </a:solidFill>
                <a:ea typeface="阿里巴巴普惠体 3.0 105 Heavy" panose="00020600040101010101" charset="-122"/>
              </a:rPr>
              <a:t>口碑效果洞察</a:t>
            </a:r>
          </a:p>
        </p:txBody>
      </p:sp>
    </p:spTree>
    <p:extLst>
      <p:ext uri="{BB962C8B-B14F-4D97-AF65-F5344CB8AC3E}">
        <p14:creationId xmlns:p14="http://schemas.microsoft.com/office/powerpoint/2010/main" val="1064366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41&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7&quot;&gt;&lt;elem m_fUsage=&quot;2.01574952491454295611E+00&quot;&gt;&lt;m_msothmcolidx val=&quot;0&quot;/&gt;&lt;m_rgb r=&quot;BE&quot; g=&quot;FE&quot; b=&quot;DA&quot;/&gt;&lt;/elem&gt;&lt;elem m_fUsage=&quot;1.94956684093192444962E+00&quot;&gt;&lt;m_msothmcolidx val=&quot;0&quot;/&gt;&lt;m_rgb r=&quot;44&quot; g=&quot;ED&quot; b=&quot;B9&quot;/&gt;&lt;/elem&gt;&lt;elem m_fUsage=&quot;1.60200920358545806366E+00&quot;&gt;&lt;m_msothmcolidx val=&quot;0&quot;/&gt;&lt;m_rgb r=&quot;2C&quot; g=&quot;DB&quot; b=&quot;77&quot;/&gt;&lt;/elem&gt;&lt;elem m_fUsage=&quot;1.43406209241982240954E+00&quot;&gt;&lt;m_msothmcolidx val=&quot;0&quot;/&gt;&lt;m_rgb r=&quot;60&quot; g=&quot;FF&quot; b=&quot;6F&quot;/&gt;&lt;/elem&gt;&lt;elem m_fUsage=&quot;1.14841307318061702780E+00&quot;&gt;&lt;m_msothmcolidx val=&quot;0&quot;/&gt;&lt;m_rgb r=&quot;EC&quot; g=&quot;EC&quot; b=&quot;EC&quot;/&gt;&lt;/elem&gt;&lt;elem m_fUsage=&quot;1.00000000000000000000E+00&quot;&gt;&lt;m_msothmcolidx val=&quot;0&quot;/&gt;&lt;m_rgb r=&quot;7F&quot; g=&quot;E7&quot; b=&quot;AB&quot;/&gt;&lt;/elem&gt;&lt;elem m_fUsage=&quot;8.12628243706273512004E-01&quot;&gt;&lt;m_msothmcolidx val=&quot;0&quot;/&gt;&lt;m_rgb r=&quot;06&quot; g=&quot;B0&quot; b=&quot;50&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jC4BJTkSTIoWJgDZICW1Q"/>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V5j45a63BDH5V_UzJwz7E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gHRd_2vI6t_1.osUfBCsd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wTNc1_ThexVzE7OP1D0_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bC6eCqZY1KLMAecAn96Qc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ImLSf09LPemASG9fAIf7g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O_zRWK7NzjkDMC7RkRhAz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Wyifq9LLbBd4Ztm3x6V9D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myGnBmX9X5T2tbw7CLW2g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lHeFvUwRt46rJF3haWchH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Gx9JcASCProcdvnKmvunw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w1IRz_Vj8zH.FIMM4O1ex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TNUaCwBEZzN5LXpQXRBh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cP9Ay6zCuxMJUlW_YU6N7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7RhHLTW3CnPZBIOn4HQ8X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2QPJNke9671Eo_hOTTH7c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3d6DNIbAJ3DbVo4rEPmTO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j26scprNpjtCU6vIRqdJp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pp185xPSSDXG4t1spVm88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v225.Qv5n6zXPsmfNOYH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v.J06dTx.XkERCiv1r6T4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07U83krDN5T3nvsmAiEvd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dzP9T7pVM3.O_w9yNWZLg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YVLyIXhzN_saexTdhaQ6e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ounGUChUGqT7COlY_cdpE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OGIGN7peLNlN2s5GYnl9l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ejC4BJTkSTIoWJgDZICW1Q"/>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2bLzyMFRTVAs5WEfjy4yt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rQr8ju3lz.esVlZYNmnRW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LQV5bSQ1e9jM4PyPs00bR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3M3ypuN163sY.ho4MP342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TQHoSZfF7iOyIZ.b.Bxc6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NVfDAFowV25QLdvTszKy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6Q05_TdKsvBRmw4vIWmBs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6yNzXwGrmSgLQKX.MC2sR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2ObV42c1K3eTVMaW_6mo3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mqNrLzFOsgsxS4YJjqNo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mWY3e5itgBW7pYpzfzelt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Nvr.6ta_4wILKlCXfspWy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YfcBFyaNz_Iggfzcq27oL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12m0xVpsJqDQsI6kQtf2e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vG9rHmGl4KkGCEXedUQ1A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0ouPrF3JnZfPX4RHajXaL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P7T76K5xSYYwPWY.rOtWdw"/>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l6_QpdeiMylJtSaQCJz4N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YdM4ODDiXjmXIh6a1w4YW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oeQYnjmGgmD2Y6bh_GmOV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rZe_NtP.aCc5IIpMi.niR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Gil.WPMyNsnaC.lv3nWoS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T7Vq3lk_B198szLRyizG4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UmvSD_vPjLl4Syb9a3Fli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piBTZHul3fhkYC1kkXwvm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oUSOzQ0UtDz_uNS0cm7dS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XOncIqkmIVEKuu4MFO5Cf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DAgJQ6kfE1fFFYpy7jPJx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TeNILwJvpjy75sxnM2dxu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ABvkh_qleG1xHKgeNJ1xq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aTiPNgNED7zspfl1Y5tuT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fj4AppXpYYd7gCUKrDGCH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MU5P1jaz79loY.3sPb9lS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_lW47gtxVLm2Itb._tJWs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v2ecB2LOCZxzl4eWjAxE9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j8VayDlqZJ6CxU8UXXYJ7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0UXTlmQUdJFFcTX.wCrMD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j8VayDlqZJ6CxU8UXXYJ7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0UXTlmQUdJFFcTX.wCrMD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j8VayDlqZJ6CxU8UXXYJ7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0UXTlmQUdJFFcTX.wCrMD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dk9th7WlaAAjQCkTL5kh7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qLGeuQUFBxndMKNuWm5g.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FMxfWTVPTrkBjctglJ7J.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qLGeuQUFBxndMKNuWm5g.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dk9th7WlaAAjQCkTL5kh7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qLGeuQUFBxndMKNuWm5g.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FMxfWTVPTrkBjctglJ7J.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qLGeuQUFBxndMKNuWm5g.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DHXL0by6xo1QkfqHzZT0D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DHXL0by6xo1QkfqHzZT0D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P7T76K5xSYYwPWY.rOtWdw"/>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601.6195275590551,&quot;left&quot;:799.8424409448819,&quot;top&quot;:149.1715748031496,&quot;width&quot;:722.4569291338585}"/>
  <p:tag name="THINKCELLSHAPEDONOTDELETE" val="pP7T76K5xSYYwPWY.rOtWd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vMi5JG54oaYWeJuiEssfL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QZ5j5vP53_D94FKEoIkQ_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zmJQSWfbuGjOpPqlrwMs5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xhMsDMeykNRy1d6G_L9Ay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bw6xqguCNkmNIC3ZJXxfa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RMwoDUMabLYGkJ3AeZ_Bw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IkuCsWTBVy9qK3kHAxuVv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Kavr7fkIRJnGwbakm2L5D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DGVqepT8OpcOe6loyydA5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n_xHQL2qM3VlHCv4tKJr3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RzhzlVTvPihHicL8uun_m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OTAxzrE1e.y8yZptQ0Hjgg"/>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SnTxfidVTmKI5JXqwWODi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uKXBP8IQvGTWY3qvEW1xH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23271</TotalTime>
  <Words>966</Words>
  <Application>Microsoft Macintosh PowerPoint</Application>
  <PresentationFormat>自定义</PresentationFormat>
  <Paragraphs>229</Paragraphs>
  <Slides>6</Slides>
  <Notes>6</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6</vt:i4>
      </vt:variant>
    </vt:vector>
  </HeadingPairs>
  <TitlesOfParts>
    <vt:vector size="25" baseType="lpstr">
      <vt:lpstr>阿里巴巴普惠体 3.0 105 Heavy</vt:lpstr>
      <vt:lpstr>阿里巴巴普惠体 3.0 55 Regular</vt:lpstr>
      <vt:lpstr>FZLanTingHei-DB-GBK</vt:lpstr>
      <vt:lpstr>FZVariable-LanTingHeiK Bold</vt:lpstr>
      <vt:lpstr>FZVariable-LanTingHeiK DemiBold</vt:lpstr>
      <vt:lpstr>FZVARIABLE-LANTINGHEIK MEDIUM</vt:lpstr>
      <vt:lpstr>FZVariable-LanTingHeiK Normal</vt:lpstr>
      <vt:lpstr>FZVariable-LanTingHeiK Regular</vt:lpstr>
      <vt:lpstr>FZVariable-LanTingHeiK SemiBold</vt:lpstr>
      <vt:lpstr>等线</vt:lpstr>
      <vt:lpstr>方正可变兰亭黑 GBK Normal</vt:lpstr>
      <vt:lpstr>微软雅黑</vt:lpstr>
      <vt:lpstr>Arial</vt:lpstr>
      <vt:lpstr>Calibri</vt:lpstr>
      <vt:lpstr>FZQingKeBenYueSongS-R-GB</vt:lpstr>
      <vt:lpstr>FZVariable-LanTingHeiK Light</vt:lpstr>
      <vt:lpstr>Wingdings</vt:lpstr>
      <vt:lpstr>Office Theme</vt:lpstr>
      <vt:lpstr>think-cell 幻灯片</vt:lpstr>
      <vt:lpstr>PowerPoint 演示文稿</vt:lpstr>
      <vt:lpstr>PowerPoint 演示文稿</vt:lpstr>
      <vt:lpstr>长周期用户偏好深度阅读，短周期用户依赖主动搜索</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种草大赏模版-修改-0524</dc:title>
  <dc:creator>Administrator</dc:creator>
  <cp:lastModifiedBy>瑶玲(袁梦)</cp:lastModifiedBy>
  <cp:revision>66</cp:revision>
  <dcterms:created xsi:type="dcterms:W3CDTF">2025-05-23T17:24:00Z</dcterms:created>
  <dcterms:modified xsi:type="dcterms:W3CDTF">2025-08-05T08:09:31Z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2025-05-26T08:00:00Z</vt:filetime>
  </property>
  <property fmtid="{D5CDD505-2E9C-101B-9397-08002B2CF9AE}" pid="3" name="Creator">
    <vt:lpwstr>Adobe Illustrator 25.4 (Windows)</vt:lpwstr>
  </property>
  <property fmtid="{D5CDD505-2E9C-101B-9397-08002B2CF9AE}" pid="4" name="LastSaved">
    <vt:filetime>2025-05-25T08:00:00Z</vt:filetime>
  </property>
  <property fmtid="{D5CDD505-2E9C-101B-9397-08002B2CF9AE}" pid="5" name="ICV">
    <vt:lpwstr>E38435480EE64F1BADB34CF13BA384D7_12</vt:lpwstr>
  </property>
  <property fmtid="{D5CDD505-2E9C-101B-9397-08002B2CF9AE}" pid="6" name="KSOProductBuildVer">
    <vt:lpwstr>2052-12.1.0.21171</vt:lpwstr>
  </property>
</Properties>
</file>